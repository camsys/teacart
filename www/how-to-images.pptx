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5" r:id="rId3"/>
    <p:sldId id="271" r:id="rId4"/>
    <p:sldId id="272" r:id="rId5"/>
    <p:sldId id="277" r:id="rId6"/>
    <p:sldId id="278" r:id="rId7"/>
    <p:sldId id="279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000000"/>
    <a:srgbClr val="BAB4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1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56CE3-C86D-54F3-E929-B798E2699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44186-BA60-6EEE-4BD5-5AF7159E4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226F6-CBC2-D362-98DC-A088481AF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1BCCD-AF00-7DD7-2541-C7949A96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95699-E532-2541-56F9-4B46F028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3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B96E-08D3-0771-CA44-616471C7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D9ABF-12D1-4EFF-3C2F-4FE4D612F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BE6F7-92AB-18D4-AE1E-4067BBC6E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63120-AE3E-BC46-CD7F-12074290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4799D-A69D-65AC-3860-5A59532E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74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12C30-F4D3-5337-6DA6-F9549293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5D0DE-58D4-FFF4-47BD-50502359C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B2642-591A-B027-9208-4176DE378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631C4-4920-5341-4D52-E5830F481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186E8-1772-C77E-EB90-CAF7B00D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6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9652-7EAA-7146-5045-5522D1F1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CEF52-C108-ED7F-E6CE-839AC85FF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F006B-2864-AD38-4261-B14DB0AEA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81111-1353-A3A5-D61A-107A2691E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1874E-C6BF-E759-4712-35C44DEDB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DB34B-D74D-4B51-E73B-E5DBBF889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20D4-D338-22B6-AEA6-6545FC9C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2C492-ACB4-C134-B2A8-EC501D622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0DDAF-EE2D-C857-B580-2DA3F3189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7407A8-8CC7-5F16-6125-BA756AE25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A6FF9-C312-31DC-418E-2B006C2D8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270EE4-6254-D441-85FC-E020D113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D3CA33-B6E2-0926-521D-847ED45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8E02F1-E223-D535-9D79-BE96688A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CA803-FB4E-9B3B-14F6-603D6F31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8E175-0E39-7801-6A4C-F8D3E288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E70DC-77C3-C73A-B282-CCE9F17F8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F568B-B73B-E5F8-3BE9-42A5926D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2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ECC496-376B-7AFD-9566-7EEBB9D2A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E558A-EB29-2F05-1D69-B14C5DFCF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9F313-8C1A-1FB4-7329-B7BC971AB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25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FF22-3BD9-987D-55F1-6FA70CD2B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0677-2882-1863-27D1-A5C277FC3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378CD-BC6E-F8C5-341A-AF45C3CC6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63FD4-B442-9321-9831-5D5ED55B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6553F-F13A-54A9-C255-33E0BE75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9DE19-9818-0BE4-AD32-0D3BE994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84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3596-EBE1-235E-9BCA-8B61E22E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BE2889-BF48-7694-2FDC-EF2435B90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D69D6-2B43-BA4F-F2A4-3FDB2EF1E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0BE2E-B80E-8AFE-7D72-CF749088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CB88D-1263-2D01-E0D2-A618454D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0FE4C-157E-2283-0034-DC625D35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93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C4235-F096-639E-F01D-59C296F12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42ECC-2374-F08E-B52B-4C98EE368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61B8E-97BE-9FE3-089F-6BE2B219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4F013-FD68-326C-5696-FF812B994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AE1B4-5941-EBA0-EA65-636E8AE6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8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2F5BB7-00FC-B0D7-E0D0-68540AC664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6D938-D7A7-9948-1FAD-4FB93FEC8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81374-42A3-5626-7B25-2BD3F20C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49CEC-2E00-B8B6-5E62-60EF472ED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D0FFD-70B1-4F02-3CB7-CFEAF54F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302355-5343-98C0-4D01-E83380EDB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F0E0E-6431-9296-42B4-0FD2F18AE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90790-A8F9-FE2C-C3F9-59DAADB22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15846-CF3B-4A57-A58B-07612FD16E7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A4A50-12CA-787E-5C52-6CC7B4145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50D6-AB89-7607-4F3B-5884B959D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320DD-D807-4BCD-84DF-8886601C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6F75A9A-C3A5-62FB-5053-3F3F96F69AD8}"/>
              </a:ext>
            </a:extLst>
          </p:cNvPr>
          <p:cNvSpPr/>
          <p:nvPr/>
        </p:nvSpPr>
        <p:spPr>
          <a:xfrm>
            <a:off x="2850017" y="3461682"/>
            <a:ext cx="597478" cy="364589"/>
          </a:xfrm>
          <a:custGeom>
            <a:avLst/>
            <a:gdLst>
              <a:gd name="connsiteX0" fmla="*/ 278946 w 597478"/>
              <a:gd name="connsiteY0" fmla="*/ 6470 h 364589"/>
              <a:gd name="connsiteX1" fmla="*/ 520246 w 597478"/>
              <a:gd name="connsiteY1" fmla="*/ 19170 h 364589"/>
              <a:gd name="connsiteX2" fmla="*/ 596446 w 597478"/>
              <a:gd name="connsiteY2" fmla="*/ 157282 h 364589"/>
              <a:gd name="connsiteX3" fmla="*/ 477383 w 597478"/>
              <a:gd name="connsiteY3" fmla="*/ 312857 h 364589"/>
              <a:gd name="connsiteX4" fmla="*/ 131308 w 597478"/>
              <a:gd name="connsiteY4" fmla="*/ 360482 h 364589"/>
              <a:gd name="connsiteX5" fmla="*/ 28121 w 597478"/>
              <a:gd name="connsiteY5" fmla="*/ 222370 h 364589"/>
              <a:gd name="connsiteX6" fmla="*/ 18596 w 597478"/>
              <a:gd name="connsiteY6" fmla="*/ 69970 h 364589"/>
              <a:gd name="connsiteX7" fmla="*/ 278946 w 597478"/>
              <a:gd name="connsiteY7" fmla="*/ 6470 h 364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7478" h="364589">
                <a:moveTo>
                  <a:pt x="278946" y="6470"/>
                </a:moveTo>
                <a:cubicBezTo>
                  <a:pt x="362554" y="-1997"/>
                  <a:pt x="467329" y="-5965"/>
                  <a:pt x="520246" y="19170"/>
                </a:cubicBezTo>
                <a:cubicBezTo>
                  <a:pt x="573163" y="44305"/>
                  <a:pt x="603590" y="108334"/>
                  <a:pt x="596446" y="157282"/>
                </a:cubicBezTo>
                <a:cubicBezTo>
                  <a:pt x="589302" y="206230"/>
                  <a:pt x="554906" y="278990"/>
                  <a:pt x="477383" y="312857"/>
                </a:cubicBezTo>
                <a:cubicBezTo>
                  <a:pt x="399860" y="346724"/>
                  <a:pt x="206185" y="375563"/>
                  <a:pt x="131308" y="360482"/>
                </a:cubicBezTo>
                <a:cubicBezTo>
                  <a:pt x="56431" y="345401"/>
                  <a:pt x="46906" y="270788"/>
                  <a:pt x="28121" y="222370"/>
                </a:cubicBezTo>
                <a:cubicBezTo>
                  <a:pt x="9336" y="173952"/>
                  <a:pt x="-19239" y="108864"/>
                  <a:pt x="18596" y="69970"/>
                </a:cubicBezTo>
                <a:cubicBezTo>
                  <a:pt x="56431" y="31076"/>
                  <a:pt x="195338" y="14937"/>
                  <a:pt x="278946" y="6470"/>
                </a:cubicBezTo>
                <a:close/>
              </a:path>
            </a:pathLst>
          </a:cu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0E922A3-8C0F-45C9-2192-98A34419A7AA}"/>
              </a:ext>
            </a:extLst>
          </p:cNvPr>
          <p:cNvSpPr/>
          <p:nvPr/>
        </p:nvSpPr>
        <p:spPr>
          <a:xfrm rot="7777949">
            <a:off x="4546634" y="3288375"/>
            <a:ext cx="558800" cy="711200"/>
          </a:xfrm>
          <a:custGeom>
            <a:avLst/>
            <a:gdLst>
              <a:gd name="connsiteX0" fmla="*/ 0 w 558800"/>
              <a:gd name="connsiteY0" fmla="*/ 431800 h 711200"/>
              <a:gd name="connsiteX1" fmla="*/ 139700 w 558800"/>
              <a:gd name="connsiteY1" fmla="*/ 431800 h 711200"/>
              <a:gd name="connsiteX2" fmla="*/ 139700 w 558800"/>
              <a:gd name="connsiteY2" fmla="*/ 0 h 711200"/>
              <a:gd name="connsiteX3" fmla="*/ 419100 w 558800"/>
              <a:gd name="connsiteY3" fmla="*/ 0 h 711200"/>
              <a:gd name="connsiteX4" fmla="*/ 419100 w 558800"/>
              <a:gd name="connsiteY4" fmla="*/ 431800 h 711200"/>
              <a:gd name="connsiteX5" fmla="*/ 558800 w 558800"/>
              <a:gd name="connsiteY5" fmla="*/ 431800 h 711200"/>
              <a:gd name="connsiteX6" fmla="*/ 279400 w 558800"/>
              <a:gd name="connsiteY6" fmla="*/ 711200 h 711200"/>
              <a:gd name="connsiteX7" fmla="*/ 0 w 558800"/>
              <a:gd name="connsiteY7" fmla="*/ 43180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8800" h="711200" fill="none" extrusionOk="0">
                <a:moveTo>
                  <a:pt x="0" y="431800"/>
                </a:moveTo>
                <a:cubicBezTo>
                  <a:pt x="25165" y="421911"/>
                  <a:pt x="74061" y="424106"/>
                  <a:pt x="139700" y="431800"/>
                </a:cubicBezTo>
                <a:cubicBezTo>
                  <a:pt x="149349" y="280153"/>
                  <a:pt x="128586" y="155822"/>
                  <a:pt x="139700" y="0"/>
                </a:cubicBezTo>
                <a:cubicBezTo>
                  <a:pt x="170856" y="12888"/>
                  <a:pt x="285216" y="-8097"/>
                  <a:pt x="419100" y="0"/>
                </a:cubicBezTo>
                <a:cubicBezTo>
                  <a:pt x="439979" y="154833"/>
                  <a:pt x="412171" y="299895"/>
                  <a:pt x="419100" y="431800"/>
                </a:cubicBezTo>
                <a:cubicBezTo>
                  <a:pt x="446735" y="435253"/>
                  <a:pt x="496856" y="421803"/>
                  <a:pt x="558800" y="431800"/>
                </a:cubicBezTo>
                <a:cubicBezTo>
                  <a:pt x="442834" y="582303"/>
                  <a:pt x="356908" y="641989"/>
                  <a:pt x="279400" y="711200"/>
                </a:cubicBezTo>
                <a:cubicBezTo>
                  <a:pt x="224574" y="643372"/>
                  <a:pt x="71275" y="454652"/>
                  <a:pt x="0" y="431800"/>
                </a:cubicBezTo>
                <a:close/>
              </a:path>
              <a:path w="558800" h="711200" stroke="0" extrusionOk="0">
                <a:moveTo>
                  <a:pt x="0" y="431800"/>
                </a:moveTo>
                <a:cubicBezTo>
                  <a:pt x="40233" y="436778"/>
                  <a:pt x="83915" y="438633"/>
                  <a:pt x="139700" y="431800"/>
                </a:cubicBezTo>
                <a:cubicBezTo>
                  <a:pt x="138724" y="358252"/>
                  <a:pt x="145131" y="74422"/>
                  <a:pt x="139700" y="0"/>
                </a:cubicBezTo>
                <a:cubicBezTo>
                  <a:pt x="195184" y="102"/>
                  <a:pt x="358621" y="19128"/>
                  <a:pt x="419100" y="0"/>
                </a:cubicBezTo>
                <a:cubicBezTo>
                  <a:pt x="414685" y="81685"/>
                  <a:pt x="435002" y="349165"/>
                  <a:pt x="419100" y="431800"/>
                </a:cubicBezTo>
                <a:cubicBezTo>
                  <a:pt x="441831" y="438168"/>
                  <a:pt x="532276" y="437682"/>
                  <a:pt x="558800" y="431800"/>
                </a:cubicBezTo>
                <a:cubicBezTo>
                  <a:pt x="467346" y="557635"/>
                  <a:pt x="403089" y="630648"/>
                  <a:pt x="279400" y="711200"/>
                </a:cubicBezTo>
                <a:cubicBezTo>
                  <a:pt x="246298" y="631776"/>
                  <a:pt x="82373" y="521004"/>
                  <a:pt x="0" y="431800"/>
                </a:cubicBezTo>
                <a:close/>
              </a:path>
            </a:pathLst>
          </a:custGeom>
          <a:solidFill>
            <a:srgbClr val="92D050"/>
          </a:solidFill>
          <a:ln>
            <a:solidFill>
              <a:schemeClr val="bg2">
                <a:lumMod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363887920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FC0EFC8-CD06-CAD3-140C-B0E90151FCB4}"/>
              </a:ext>
            </a:extLst>
          </p:cNvPr>
          <p:cNvSpPr/>
          <p:nvPr/>
        </p:nvSpPr>
        <p:spPr>
          <a:xfrm rot="14269985">
            <a:off x="6374940" y="3272200"/>
            <a:ext cx="558800" cy="711200"/>
          </a:xfrm>
          <a:custGeom>
            <a:avLst/>
            <a:gdLst>
              <a:gd name="connsiteX0" fmla="*/ 0 w 558800"/>
              <a:gd name="connsiteY0" fmla="*/ 431800 h 711200"/>
              <a:gd name="connsiteX1" fmla="*/ 139700 w 558800"/>
              <a:gd name="connsiteY1" fmla="*/ 431800 h 711200"/>
              <a:gd name="connsiteX2" fmla="*/ 139700 w 558800"/>
              <a:gd name="connsiteY2" fmla="*/ 0 h 711200"/>
              <a:gd name="connsiteX3" fmla="*/ 419100 w 558800"/>
              <a:gd name="connsiteY3" fmla="*/ 0 h 711200"/>
              <a:gd name="connsiteX4" fmla="*/ 419100 w 558800"/>
              <a:gd name="connsiteY4" fmla="*/ 431800 h 711200"/>
              <a:gd name="connsiteX5" fmla="*/ 558800 w 558800"/>
              <a:gd name="connsiteY5" fmla="*/ 431800 h 711200"/>
              <a:gd name="connsiteX6" fmla="*/ 279400 w 558800"/>
              <a:gd name="connsiteY6" fmla="*/ 711200 h 711200"/>
              <a:gd name="connsiteX7" fmla="*/ 0 w 558800"/>
              <a:gd name="connsiteY7" fmla="*/ 43180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8800" h="711200" fill="none" extrusionOk="0">
                <a:moveTo>
                  <a:pt x="0" y="431800"/>
                </a:moveTo>
                <a:cubicBezTo>
                  <a:pt x="25165" y="421911"/>
                  <a:pt x="74061" y="424106"/>
                  <a:pt x="139700" y="431800"/>
                </a:cubicBezTo>
                <a:cubicBezTo>
                  <a:pt x="149349" y="280153"/>
                  <a:pt x="128586" y="155822"/>
                  <a:pt x="139700" y="0"/>
                </a:cubicBezTo>
                <a:cubicBezTo>
                  <a:pt x="170856" y="12888"/>
                  <a:pt x="285216" y="-8097"/>
                  <a:pt x="419100" y="0"/>
                </a:cubicBezTo>
                <a:cubicBezTo>
                  <a:pt x="439979" y="154833"/>
                  <a:pt x="412171" y="299895"/>
                  <a:pt x="419100" y="431800"/>
                </a:cubicBezTo>
                <a:cubicBezTo>
                  <a:pt x="446735" y="435253"/>
                  <a:pt x="496856" y="421803"/>
                  <a:pt x="558800" y="431800"/>
                </a:cubicBezTo>
                <a:cubicBezTo>
                  <a:pt x="442834" y="582303"/>
                  <a:pt x="356908" y="641989"/>
                  <a:pt x="279400" y="711200"/>
                </a:cubicBezTo>
                <a:cubicBezTo>
                  <a:pt x="224574" y="643372"/>
                  <a:pt x="71275" y="454652"/>
                  <a:pt x="0" y="431800"/>
                </a:cubicBezTo>
                <a:close/>
              </a:path>
              <a:path w="558800" h="711200" stroke="0" extrusionOk="0">
                <a:moveTo>
                  <a:pt x="0" y="431800"/>
                </a:moveTo>
                <a:cubicBezTo>
                  <a:pt x="40233" y="436778"/>
                  <a:pt x="83915" y="438633"/>
                  <a:pt x="139700" y="431800"/>
                </a:cubicBezTo>
                <a:cubicBezTo>
                  <a:pt x="138724" y="358252"/>
                  <a:pt x="145131" y="74422"/>
                  <a:pt x="139700" y="0"/>
                </a:cubicBezTo>
                <a:cubicBezTo>
                  <a:pt x="195184" y="102"/>
                  <a:pt x="358621" y="19128"/>
                  <a:pt x="419100" y="0"/>
                </a:cubicBezTo>
                <a:cubicBezTo>
                  <a:pt x="414685" y="81685"/>
                  <a:pt x="435002" y="349165"/>
                  <a:pt x="419100" y="431800"/>
                </a:cubicBezTo>
                <a:cubicBezTo>
                  <a:pt x="441831" y="438168"/>
                  <a:pt x="532276" y="437682"/>
                  <a:pt x="558800" y="431800"/>
                </a:cubicBezTo>
                <a:cubicBezTo>
                  <a:pt x="467346" y="557635"/>
                  <a:pt x="403089" y="630648"/>
                  <a:pt x="279400" y="711200"/>
                </a:cubicBezTo>
                <a:cubicBezTo>
                  <a:pt x="246298" y="631776"/>
                  <a:pt x="82373" y="521004"/>
                  <a:pt x="0" y="431800"/>
                </a:cubicBezTo>
                <a:close/>
              </a:path>
            </a:pathLst>
          </a:custGeom>
          <a:solidFill>
            <a:srgbClr val="92D050"/>
          </a:solidFill>
          <a:ln>
            <a:solidFill>
              <a:schemeClr val="bg2">
                <a:lumMod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363887920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F1C995-967B-86E8-4D8B-F6AA0FF87C02}"/>
              </a:ext>
            </a:extLst>
          </p:cNvPr>
          <p:cNvSpPr txBox="1"/>
          <p:nvPr/>
        </p:nvSpPr>
        <p:spPr>
          <a:xfrm>
            <a:off x="7864399" y="3627800"/>
            <a:ext cx="2031999" cy="369332"/>
          </a:xfrm>
          <a:prstGeom prst="rect">
            <a:avLst/>
          </a:prstGeom>
          <a:solidFill>
            <a:srgbClr val="92D050">
              <a:alpha val="72157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Texty</a:t>
            </a:r>
            <a:r>
              <a:rPr lang="en-US" dirty="0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1089160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0DAFD1B-D672-2922-51A8-4558054AED06}"/>
              </a:ext>
            </a:extLst>
          </p:cNvPr>
          <p:cNvGrpSpPr/>
          <p:nvPr/>
        </p:nvGrpSpPr>
        <p:grpSpPr>
          <a:xfrm>
            <a:off x="1154430" y="3429000"/>
            <a:ext cx="9144000" cy="1081081"/>
            <a:chOff x="1154430" y="3429000"/>
            <a:chExt cx="9144000" cy="108108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28C22E5-0A9A-BCE4-4447-C38A067C5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4430" y="3429000"/>
              <a:ext cx="9144000" cy="719354"/>
            </a:xfrm>
            <a:prstGeom prst="rect">
              <a:avLst/>
            </a:prstGeom>
          </p:spPr>
        </p:pic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D4B7F823-EAC2-C2C4-2F2F-BE824C64923B}"/>
                </a:ext>
              </a:extLst>
            </p:cNvPr>
            <p:cNvSpPr/>
            <p:nvPr/>
          </p:nvSpPr>
          <p:spPr>
            <a:xfrm rot="7777949">
              <a:off x="3387683" y="3875081"/>
              <a:ext cx="558800" cy="711200"/>
            </a:xfrm>
            <a:custGeom>
              <a:avLst/>
              <a:gdLst>
                <a:gd name="connsiteX0" fmla="*/ 0 w 558800"/>
                <a:gd name="connsiteY0" fmla="*/ 431800 h 711200"/>
                <a:gd name="connsiteX1" fmla="*/ 139700 w 558800"/>
                <a:gd name="connsiteY1" fmla="*/ 431800 h 711200"/>
                <a:gd name="connsiteX2" fmla="*/ 139700 w 558800"/>
                <a:gd name="connsiteY2" fmla="*/ 0 h 711200"/>
                <a:gd name="connsiteX3" fmla="*/ 419100 w 558800"/>
                <a:gd name="connsiteY3" fmla="*/ 0 h 711200"/>
                <a:gd name="connsiteX4" fmla="*/ 419100 w 558800"/>
                <a:gd name="connsiteY4" fmla="*/ 431800 h 711200"/>
                <a:gd name="connsiteX5" fmla="*/ 558800 w 558800"/>
                <a:gd name="connsiteY5" fmla="*/ 431800 h 711200"/>
                <a:gd name="connsiteX6" fmla="*/ 279400 w 558800"/>
                <a:gd name="connsiteY6" fmla="*/ 711200 h 711200"/>
                <a:gd name="connsiteX7" fmla="*/ 0 w 558800"/>
                <a:gd name="connsiteY7" fmla="*/ 43180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800" h="711200" fill="none" extrusionOk="0">
                  <a:moveTo>
                    <a:pt x="0" y="431800"/>
                  </a:moveTo>
                  <a:cubicBezTo>
                    <a:pt x="25165" y="421911"/>
                    <a:pt x="74061" y="424106"/>
                    <a:pt x="139700" y="431800"/>
                  </a:cubicBezTo>
                  <a:cubicBezTo>
                    <a:pt x="149349" y="280153"/>
                    <a:pt x="128586" y="155822"/>
                    <a:pt x="139700" y="0"/>
                  </a:cubicBezTo>
                  <a:cubicBezTo>
                    <a:pt x="170856" y="12888"/>
                    <a:pt x="285216" y="-8097"/>
                    <a:pt x="419100" y="0"/>
                  </a:cubicBezTo>
                  <a:cubicBezTo>
                    <a:pt x="439979" y="154833"/>
                    <a:pt x="412171" y="299895"/>
                    <a:pt x="419100" y="431800"/>
                  </a:cubicBezTo>
                  <a:cubicBezTo>
                    <a:pt x="446735" y="435253"/>
                    <a:pt x="496856" y="421803"/>
                    <a:pt x="558800" y="431800"/>
                  </a:cubicBezTo>
                  <a:cubicBezTo>
                    <a:pt x="442834" y="582303"/>
                    <a:pt x="356908" y="641989"/>
                    <a:pt x="279400" y="711200"/>
                  </a:cubicBezTo>
                  <a:cubicBezTo>
                    <a:pt x="224574" y="643372"/>
                    <a:pt x="71275" y="454652"/>
                    <a:pt x="0" y="431800"/>
                  </a:cubicBezTo>
                  <a:close/>
                </a:path>
                <a:path w="558800" h="711200" stroke="0" extrusionOk="0">
                  <a:moveTo>
                    <a:pt x="0" y="431800"/>
                  </a:moveTo>
                  <a:cubicBezTo>
                    <a:pt x="40233" y="436778"/>
                    <a:pt x="83915" y="438633"/>
                    <a:pt x="139700" y="431800"/>
                  </a:cubicBezTo>
                  <a:cubicBezTo>
                    <a:pt x="138724" y="358252"/>
                    <a:pt x="145131" y="74422"/>
                    <a:pt x="139700" y="0"/>
                  </a:cubicBezTo>
                  <a:cubicBezTo>
                    <a:pt x="195184" y="102"/>
                    <a:pt x="358621" y="19128"/>
                    <a:pt x="419100" y="0"/>
                  </a:cubicBezTo>
                  <a:cubicBezTo>
                    <a:pt x="414685" y="81685"/>
                    <a:pt x="435002" y="349165"/>
                    <a:pt x="419100" y="431800"/>
                  </a:cubicBezTo>
                  <a:cubicBezTo>
                    <a:pt x="441831" y="438168"/>
                    <a:pt x="532276" y="437682"/>
                    <a:pt x="558800" y="431800"/>
                  </a:cubicBezTo>
                  <a:cubicBezTo>
                    <a:pt x="467346" y="557635"/>
                    <a:pt x="403089" y="630648"/>
                    <a:pt x="279400" y="711200"/>
                  </a:cubicBezTo>
                  <a:cubicBezTo>
                    <a:pt x="246298" y="631776"/>
                    <a:pt x="82373" y="521004"/>
                    <a:pt x="0" y="43180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bg2">
                  <a:lumMod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3887920">
                    <a:prstGeom prst="downArrow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60038B-A827-33AE-6F9C-01F2C779230F}"/>
              </a:ext>
            </a:extLst>
          </p:cNvPr>
          <p:cNvGrpSpPr/>
          <p:nvPr/>
        </p:nvGrpSpPr>
        <p:grpSpPr>
          <a:xfrm>
            <a:off x="982980" y="778469"/>
            <a:ext cx="9144000" cy="711284"/>
            <a:chOff x="982980" y="778469"/>
            <a:chExt cx="9144000" cy="71128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C60ED28-41B7-2965-6D83-2BCC15E28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2980" y="778469"/>
              <a:ext cx="9144000" cy="319145"/>
            </a:xfrm>
            <a:prstGeom prst="rect">
              <a:avLst/>
            </a:prstGeom>
          </p:spPr>
        </p:pic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04399433-580A-846A-16C0-F4A9F6A21998}"/>
                </a:ext>
              </a:extLst>
            </p:cNvPr>
            <p:cNvSpPr/>
            <p:nvPr/>
          </p:nvSpPr>
          <p:spPr>
            <a:xfrm rot="7777949">
              <a:off x="4823496" y="854753"/>
              <a:ext cx="558800" cy="711200"/>
            </a:xfrm>
            <a:custGeom>
              <a:avLst/>
              <a:gdLst>
                <a:gd name="connsiteX0" fmla="*/ 0 w 558800"/>
                <a:gd name="connsiteY0" fmla="*/ 431800 h 711200"/>
                <a:gd name="connsiteX1" fmla="*/ 139700 w 558800"/>
                <a:gd name="connsiteY1" fmla="*/ 431800 h 711200"/>
                <a:gd name="connsiteX2" fmla="*/ 139700 w 558800"/>
                <a:gd name="connsiteY2" fmla="*/ 0 h 711200"/>
                <a:gd name="connsiteX3" fmla="*/ 419100 w 558800"/>
                <a:gd name="connsiteY3" fmla="*/ 0 h 711200"/>
                <a:gd name="connsiteX4" fmla="*/ 419100 w 558800"/>
                <a:gd name="connsiteY4" fmla="*/ 431800 h 711200"/>
                <a:gd name="connsiteX5" fmla="*/ 558800 w 558800"/>
                <a:gd name="connsiteY5" fmla="*/ 431800 h 711200"/>
                <a:gd name="connsiteX6" fmla="*/ 279400 w 558800"/>
                <a:gd name="connsiteY6" fmla="*/ 711200 h 711200"/>
                <a:gd name="connsiteX7" fmla="*/ 0 w 558800"/>
                <a:gd name="connsiteY7" fmla="*/ 43180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800" h="711200" fill="none" extrusionOk="0">
                  <a:moveTo>
                    <a:pt x="0" y="431800"/>
                  </a:moveTo>
                  <a:cubicBezTo>
                    <a:pt x="25165" y="421911"/>
                    <a:pt x="74061" y="424106"/>
                    <a:pt x="139700" y="431800"/>
                  </a:cubicBezTo>
                  <a:cubicBezTo>
                    <a:pt x="149349" y="280153"/>
                    <a:pt x="128586" y="155822"/>
                    <a:pt x="139700" y="0"/>
                  </a:cubicBezTo>
                  <a:cubicBezTo>
                    <a:pt x="170856" y="12888"/>
                    <a:pt x="285216" y="-8097"/>
                    <a:pt x="419100" y="0"/>
                  </a:cubicBezTo>
                  <a:cubicBezTo>
                    <a:pt x="439979" y="154833"/>
                    <a:pt x="412171" y="299895"/>
                    <a:pt x="419100" y="431800"/>
                  </a:cubicBezTo>
                  <a:cubicBezTo>
                    <a:pt x="446735" y="435253"/>
                    <a:pt x="496856" y="421803"/>
                    <a:pt x="558800" y="431800"/>
                  </a:cubicBezTo>
                  <a:cubicBezTo>
                    <a:pt x="442834" y="582303"/>
                    <a:pt x="356908" y="641989"/>
                    <a:pt x="279400" y="711200"/>
                  </a:cubicBezTo>
                  <a:cubicBezTo>
                    <a:pt x="224574" y="643372"/>
                    <a:pt x="71275" y="454652"/>
                    <a:pt x="0" y="431800"/>
                  </a:cubicBezTo>
                  <a:close/>
                </a:path>
                <a:path w="558800" h="711200" stroke="0" extrusionOk="0">
                  <a:moveTo>
                    <a:pt x="0" y="431800"/>
                  </a:moveTo>
                  <a:cubicBezTo>
                    <a:pt x="40233" y="436778"/>
                    <a:pt x="83915" y="438633"/>
                    <a:pt x="139700" y="431800"/>
                  </a:cubicBezTo>
                  <a:cubicBezTo>
                    <a:pt x="138724" y="358252"/>
                    <a:pt x="145131" y="74422"/>
                    <a:pt x="139700" y="0"/>
                  </a:cubicBezTo>
                  <a:cubicBezTo>
                    <a:pt x="195184" y="102"/>
                    <a:pt x="358621" y="19128"/>
                    <a:pt x="419100" y="0"/>
                  </a:cubicBezTo>
                  <a:cubicBezTo>
                    <a:pt x="414685" y="81685"/>
                    <a:pt x="435002" y="349165"/>
                    <a:pt x="419100" y="431800"/>
                  </a:cubicBezTo>
                  <a:cubicBezTo>
                    <a:pt x="441831" y="438168"/>
                    <a:pt x="532276" y="437682"/>
                    <a:pt x="558800" y="431800"/>
                  </a:cubicBezTo>
                  <a:cubicBezTo>
                    <a:pt x="467346" y="557635"/>
                    <a:pt x="403089" y="630648"/>
                    <a:pt x="279400" y="711200"/>
                  </a:cubicBezTo>
                  <a:cubicBezTo>
                    <a:pt x="246298" y="631776"/>
                    <a:pt x="82373" y="521004"/>
                    <a:pt x="0" y="43180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bg2">
                  <a:lumMod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3887920">
                    <a:prstGeom prst="downArrow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8E0A150-200D-2A0E-D74B-1DA23BAF9D5B}"/>
              </a:ext>
            </a:extLst>
          </p:cNvPr>
          <p:cNvSpPr txBox="1"/>
          <p:nvPr/>
        </p:nvSpPr>
        <p:spPr>
          <a:xfrm>
            <a:off x="9076267" y="1783644"/>
            <a:ext cx="2449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&amp; 2</a:t>
            </a:r>
          </a:p>
        </p:txBody>
      </p:sp>
    </p:spTree>
    <p:extLst>
      <p:ext uri="{BB962C8B-B14F-4D97-AF65-F5344CB8AC3E}">
        <p14:creationId xmlns:p14="http://schemas.microsoft.com/office/powerpoint/2010/main" val="174001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95329AE-0834-F9F0-059E-4B6F64FA514B}"/>
              </a:ext>
            </a:extLst>
          </p:cNvPr>
          <p:cNvGrpSpPr/>
          <p:nvPr/>
        </p:nvGrpSpPr>
        <p:grpSpPr>
          <a:xfrm>
            <a:off x="1524000" y="91290"/>
            <a:ext cx="9144000" cy="2841721"/>
            <a:chOff x="1524000" y="91290"/>
            <a:chExt cx="9144000" cy="284172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E248FC1-3266-B140-7870-44425CCF9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0" y="91290"/>
              <a:ext cx="9144000" cy="2767022"/>
            </a:xfrm>
            <a:prstGeom prst="rect">
              <a:avLst/>
            </a:prstGeom>
          </p:spPr>
        </p:pic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8DBC990D-9633-58E6-A201-7EEF34F27F4C}"/>
                </a:ext>
              </a:extLst>
            </p:cNvPr>
            <p:cNvSpPr/>
            <p:nvPr/>
          </p:nvSpPr>
          <p:spPr>
            <a:xfrm rot="7777949">
              <a:off x="7864434" y="2121818"/>
              <a:ext cx="558800" cy="711200"/>
            </a:xfrm>
            <a:custGeom>
              <a:avLst/>
              <a:gdLst>
                <a:gd name="connsiteX0" fmla="*/ 0 w 558800"/>
                <a:gd name="connsiteY0" fmla="*/ 431800 h 711200"/>
                <a:gd name="connsiteX1" fmla="*/ 139700 w 558800"/>
                <a:gd name="connsiteY1" fmla="*/ 431800 h 711200"/>
                <a:gd name="connsiteX2" fmla="*/ 139700 w 558800"/>
                <a:gd name="connsiteY2" fmla="*/ 0 h 711200"/>
                <a:gd name="connsiteX3" fmla="*/ 419100 w 558800"/>
                <a:gd name="connsiteY3" fmla="*/ 0 h 711200"/>
                <a:gd name="connsiteX4" fmla="*/ 419100 w 558800"/>
                <a:gd name="connsiteY4" fmla="*/ 431800 h 711200"/>
                <a:gd name="connsiteX5" fmla="*/ 558800 w 558800"/>
                <a:gd name="connsiteY5" fmla="*/ 431800 h 711200"/>
                <a:gd name="connsiteX6" fmla="*/ 279400 w 558800"/>
                <a:gd name="connsiteY6" fmla="*/ 711200 h 711200"/>
                <a:gd name="connsiteX7" fmla="*/ 0 w 558800"/>
                <a:gd name="connsiteY7" fmla="*/ 43180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800" h="711200" fill="none" extrusionOk="0">
                  <a:moveTo>
                    <a:pt x="0" y="431800"/>
                  </a:moveTo>
                  <a:cubicBezTo>
                    <a:pt x="25165" y="421911"/>
                    <a:pt x="74061" y="424106"/>
                    <a:pt x="139700" y="431800"/>
                  </a:cubicBezTo>
                  <a:cubicBezTo>
                    <a:pt x="149349" y="280153"/>
                    <a:pt x="128586" y="155822"/>
                    <a:pt x="139700" y="0"/>
                  </a:cubicBezTo>
                  <a:cubicBezTo>
                    <a:pt x="170856" y="12888"/>
                    <a:pt x="285216" y="-8097"/>
                    <a:pt x="419100" y="0"/>
                  </a:cubicBezTo>
                  <a:cubicBezTo>
                    <a:pt x="439979" y="154833"/>
                    <a:pt x="412171" y="299895"/>
                    <a:pt x="419100" y="431800"/>
                  </a:cubicBezTo>
                  <a:cubicBezTo>
                    <a:pt x="446735" y="435253"/>
                    <a:pt x="496856" y="421803"/>
                    <a:pt x="558800" y="431800"/>
                  </a:cubicBezTo>
                  <a:cubicBezTo>
                    <a:pt x="442834" y="582303"/>
                    <a:pt x="356908" y="641989"/>
                    <a:pt x="279400" y="711200"/>
                  </a:cubicBezTo>
                  <a:cubicBezTo>
                    <a:pt x="224574" y="643372"/>
                    <a:pt x="71275" y="454652"/>
                    <a:pt x="0" y="431800"/>
                  </a:cubicBezTo>
                  <a:close/>
                </a:path>
                <a:path w="558800" h="711200" stroke="0" extrusionOk="0">
                  <a:moveTo>
                    <a:pt x="0" y="431800"/>
                  </a:moveTo>
                  <a:cubicBezTo>
                    <a:pt x="40233" y="436778"/>
                    <a:pt x="83915" y="438633"/>
                    <a:pt x="139700" y="431800"/>
                  </a:cubicBezTo>
                  <a:cubicBezTo>
                    <a:pt x="138724" y="358252"/>
                    <a:pt x="145131" y="74422"/>
                    <a:pt x="139700" y="0"/>
                  </a:cubicBezTo>
                  <a:cubicBezTo>
                    <a:pt x="195184" y="102"/>
                    <a:pt x="358621" y="19128"/>
                    <a:pt x="419100" y="0"/>
                  </a:cubicBezTo>
                  <a:cubicBezTo>
                    <a:pt x="414685" y="81685"/>
                    <a:pt x="435002" y="349165"/>
                    <a:pt x="419100" y="431800"/>
                  </a:cubicBezTo>
                  <a:cubicBezTo>
                    <a:pt x="441831" y="438168"/>
                    <a:pt x="532276" y="437682"/>
                    <a:pt x="558800" y="431800"/>
                  </a:cubicBezTo>
                  <a:cubicBezTo>
                    <a:pt x="467346" y="557635"/>
                    <a:pt x="403089" y="630648"/>
                    <a:pt x="279400" y="711200"/>
                  </a:cubicBezTo>
                  <a:cubicBezTo>
                    <a:pt x="246298" y="631776"/>
                    <a:pt x="82373" y="521004"/>
                    <a:pt x="0" y="43180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bg2">
                  <a:lumMod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3887920">
                    <a:prstGeom prst="downArrow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3E2825-B3B1-E074-34D0-A44382BBBD7C}"/>
                </a:ext>
              </a:extLst>
            </p:cNvPr>
            <p:cNvSpPr txBox="1"/>
            <p:nvPr/>
          </p:nvSpPr>
          <p:spPr>
            <a:xfrm>
              <a:off x="8595919" y="2102014"/>
              <a:ext cx="2031999" cy="830997"/>
            </a:xfrm>
            <a:prstGeom prst="rect">
              <a:avLst/>
            </a:prstGeom>
            <a:solidFill>
              <a:srgbClr val="92D050">
                <a:alpha val="72157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Double-click the value (here a ‘0’) to begin editing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40A1B46-D22E-2C32-5436-B0D0F4453203}"/>
              </a:ext>
            </a:extLst>
          </p:cNvPr>
          <p:cNvGrpSpPr/>
          <p:nvPr/>
        </p:nvGrpSpPr>
        <p:grpSpPr>
          <a:xfrm>
            <a:off x="1524000" y="3326638"/>
            <a:ext cx="9144000" cy="3223476"/>
            <a:chOff x="1524000" y="3326638"/>
            <a:chExt cx="9144000" cy="322347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0CE29EB-EFC7-14EE-AB46-F1481E046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0" y="3326638"/>
              <a:ext cx="9144000" cy="3188208"/>
            </a:xfrm>
            <a:prstGeom prst="rect">
              <a:avLst/>
            </a:prstGeom>
          </p:spPr>
        </p:pic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658FEC89-994D-5869-6FDE-7D90C1527CDA}"/>
                </a:ext>
              </a:extLst>
            </p:cNvPr>
            <p:cNvSpPr/>
            <p:nvPr/>
          </p:nvSpPr>
          <p:spPr>
            <a:xfrm rot="7777949">
              <a:off x="8222573" y="5383178"/>
              <a:ext cx="558800" cy="711200"/>
            </a:xfrm>
            <a:custGeom>
              <a:avLst/>
              <a:gdLst>
                <a:gd name="connsiteX0" fmla="*/ 0 w 558800"/>
                <a:gd name="connsiteY0" fmla="*/ 431800 h 711200"/>
                <a:gd name="connsiteX1" fmla="*/ 139700 w 558800"/>
                <a:gd name="connsiteY1" fmla="*/ 431800 h 711200"/>
                <a:gd name="connsiteX2" fmla="*/ 139700 w 558800"/>
                <a:gd name="connsiteY2" fmla="*/ 0 h 711200"/>
                <a:gd name="connsiteX3" fmla="*/ 419100 w 558800"/>
                <a:gd name="connsiteY3" fmla="*/ 0 h 711200"/>
                <a:gd name="connsiteX4" fmla="*/ 419100 w 558800"/>
                <a:gd name="connsiteY4" fmla="*/ 431800 h 711200"/>
                <a:gd name="connsiteX5" fmla="*/ 558800 w 558800"/>
                <a:gd name="connsiteY5" fmla="*/ 431800 h 711200"/>
                <a:gd name="connsiteX6" fmla="*/ 279400 w 558800"/>
                <a:gd name="connsiteY6" fmla="*/ 711200 h 711200"/>
                <a:gd name="connsiteX7" fmla="*/ 0 w 558800"/>
                <a:gd name="connsiteY7" fmla="*/ 43180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800" h="711200" fill="none" extrusionOk="0">
                  <a:moveTo>
                    <a:pt x="0" y="431800"/>
                  </a:moveTo>
                  <a:cubicBezTo>
                    <a:pt x="25165" y="421911"/>
                    <a:pt x="74061" y="424106"/>
                    <a:pt x="139700" y="431800"/>
                  </a:cubicBezTo>
                  <a:cubicBezTo>
                    <a:pt x="149349" y="280153"/>
                    <a:pt x="128586" y="155822"/>
                    <a:pt x="139700" y="0"/>
                  </a:cubicBezTo>
                  <a:cubicBezTo>
                    <a:pt x="170856" y="12888"/>
                    <a:pt x="285216" y="-8097"/>
                    <a:pt x="419100" y="0"/>
                  </a:cubicBezTo>
                  <a:cubicBezTo>
                    <a:pt x="439979" y="154833"/>
                    <a:pt x="412171" y="299895"/>
                    <a:pt x="419100" y="431800"/>
                  </a:cubicBezTo>
                  <a:cubicBezTo>
                    <a:pt x="446735" y="435253"/>
                    <a:pt x="496856" y="421803"/>
                    <a:pt x="558800" y="431800"/>
                  </a:cubicBezTo>
                  <a:cubicBezTo>
                    <a:pt x="442834" y="582303"/>
                    <a:pt x="356908" y="641989"/>
                    <a:pt x="279400" y="711200"/>
                  </a:cubicBezTo>
                  <a:cubicBezTo>
                    <a:pt x="224574" y="643372"/>
                    <a:pt x="71275" y="454652"/>
                    <a:pt x="0" y="431800"/>
                  </a:cubicBezTo>
                  <a:close/>
                </a:path>
                <a:path w="558800" h="711200" stroke="0" extrusionOk="0">
                  <a:moveTo>
                    <a:pt x="0" y="431800"/>
                  </a:moveTo>
                  <a:cubicBezTo>
                    <a:pt x="40233" y="436778"/>
                    <a:pt x="83915" y="438633"/>
                    <a:pt x="139700" y="431800"/>
                  </a:cubicBezTo>
                  <a:cubicBezTo>
                    <a:pt x="138724" y="358252"/>
                    <a:pt x="145131" y="74422"/>
                    <a:pt x="139700" y="0"/>
                  </a:cubicBezTo>
                  <a:cubicBezTo>
                    <a:pt x="195184" y="102"/>
                    <a:pt x="358621" y="19128"/>
                    <a:pt x="419100" y="0"/>
                  </a:cubicBezTo>
                  <a:cubicBezTo>
                    <a:pt x="414685" y="81685"/>
                    <a:pt x="435002" y="349165"/>
                    <a:pt x="419100" y="431800"/>
                  </a:cubicBezTo>
                  <a:cubicBezTo>
                    <a:pt x="441831" y="438168"/>
                    <a:pt x="532276" y="437682"/>
                    <a:pt x="558800" y="431800"/>
                  </a:cubicBezTo>
                  <a:cubicBezTo>
                    <a:pt x="467346" y="557635"/>
                    <a:pt x="403089" y="630648"/>
                    <a:pt x="279400" y="711200"/>
                  </a:cubicBezTo>
                  <a:cubicBezTo>
                    <a:pt x="246298" y="631776"/>
                    <a:pt x="82373" y="521004"/>
                    <a:pt x="0" y="43180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bg2">
                  <a:lumMod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3887920">
                    <a:prstGeom prst="downArrow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E0F5AC4-CB9D-85D5-0146-83D023EBFEE0}"/>
                </a:ext>
              </a:extLst>
            </p:cNvPr>
            <p:cNvSpPr txBox="1"/>
            <p:nvPr/>
          </p:nvSpPr>
          <p:spPr>
            <a:xfrm>
              <a:off x="6096000" y="5719117"/>
              <a:ext cx="2031999" cy="830997"/>
            </a:xfrm>
            <a:prstGeom prst="rect">
              <a:avLst/>
            </a:prstGeom>
            <a:solidFill>
              <a:srgbClr val="92D050">
                <a:alpha val="72157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Hit CTRL + Enter to finish entering, or Esc to cancel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048E5DF-407D-F5BA-59A8-1DD73978ED93}"/>
              </a:ext>
            </a:extLst>
          </p:cNvPr>
          <p:cNvSpPr txBox="1"/>
          <p:nvPr/>
        </p:nvSpPr>
        <p:spPr>
          <a:xfrm>
            <a:off x="10950222" y="3326638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&amp; 4</a:t>
            </a:r>
          </a:p>
        </p:txBody>
      </p:sp>
    </p:spTree>
    <p:extLst>
      <p:ext uri="{BB962C8B-B14F-4D97-AF65-F5344CB8AC3E}">
        <p14:creationId xmlns:p14="http://schemas.microsoft.com/office/powerpoint/2010/main" val="2410088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E3C6C-90C7-7E34-D582-B9B587E818BA}"/>
              </a:ext>
            </a:extLst>
          </p:cNvPr>
          <p:cNvSpPr txBox="1"/>
          <p:nvPr/>
        </p:nvSpPr>
        <p:spPr>
          <a:xfrm>
            <a:off x="9211733" y="1151467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5&amp;6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3DE0495-3CC4-A8FA-2B3E-D0EE14FD97A6}"/>
              </a:ext>
            </a:extLst>
          </p:cNvPr>
          <p:cNvGrpSpPr/>
          <p:nvPr/>
        </p:nvGrpSpPr>
        <p:grpSpPr>
          <a:xfrm>
            <a:off x="67733" y="520786"/>
            <a:ext cx="9144000" cy="3162173"/>
            <a:chOff x="67733" y="520786"/>
            <a:chExt cx="9144000" cy="316217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DC125D-D744-D8FF-4B7A-F1215718F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733" y="520786"/>
              <a:ext cx="9144000" cy="3162173"/>
            </a:xfrm>
            <a:prstGeom prst="rect">
              <a:avLst/>
            </a:prstGeom>
          </p:spPr>
        </p:pic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08E203A9-FE0F-7CE6-CDAA-449AE04DB578}"/>
                </a:ext>
              </a:extLst>
            </p:cNvPr>
            <p:cNvSpPr/>
            <p:nvPr/>
          </p:nvSpPr>
          <p:spPr>
            <a:xfrm rot="14269985">
              <a:off x="7322638" y="2604873"/>
              <a:ext cx="558800" cy="711200"/>
            </a:xfrm>
            <a:custGeom>
              <a:avLst/>
              <a:gdLst>
                <a:gd name="connsiteX0" fmla="*/ 0 w 558800"/>
                <a:gd name="connsiteY0" fmla="*/ 431800 h 711200"/>
                <a:gd name="connsiteX1" fmla="*/ 139700 w 558800"/>
                <a:gd name="connsiteY1" fmla="*/ 431800 h 711200"/>
                <a:gd name="connsiteX2" fmla="*/ 139700 w 558800"/>
                <a:gd name="connsiteY2" fmla="*/ 0 h 711200"/>
                <a:gd name="connsiteX3" fmla="*/ 419100 w 558800"/>
                <a:gd name="connsiteY3" fmla="*/ 0 h 711200"/>
                <a:gd name="connsiteX4" fmla="*/ 419100 w 558800"/>
                <a:gd name="connsiteY4" fmla="*/ 431800 h 711200"/>
                <a:gd name="connsiteX5" fmla="*/ 558800 w 558800"/>
                <a:gd name="connsiteY5" fmla="*/ 431800 h 711200"/>
                <a:gd name="connsiteX6" fmla="*/ 279400 w 558800"/>
                <a:gd name="connsiteY6" fmla="*/ 711200 h 711200"/>
                <a:gd name="connsiteX7" fmla="*/ 0 w 558800"/>
                <a:gd name="connsiteY7" fmla="*/ 43180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800" h="711200" fill="none" extrusionOk="0">
                  <a:moveTo>
                    <a:pt x="0" y="431800"/>
                  </a:moveTo>
                  <a:cubicBezTo>
                    <a:pt x="25165" y="421911"/>
                    <a:pt x="74061" y="424106"/>
                    <a:pt x="139700" y="431800"/>
                  </a:cubicBezTo>
                  <a:cubicBezTo>
                    <a:pt x="149349" y="280153"/>
                    <a:pt x="128586" y="155822"/>
                    <a:pt x="139700" y="0"/>
                  </a:cubicBezTo>
                  <a:cubicBezTo>
                    <a:pt x="170856" y="12888"/>
                    <a:pt x="285216" y="-8097"/>
                    <a:pt x="419100" y="0"/>
                  </a:cubicBezTo>
                  <a:cubicBezTo>
                    <a:pt x="439979" y="154833"/>
                    <a:pt x="412171" y="299895"/>
                    <a:pt x="419100" y="431800"/>
                  </a:cubicBezTo>
                  <a:cubicBezTo>
                    <a:pt x="446735" y="435253"/>
                    <a:pt x="496856" y="421803"/>
                    <a:pt x="558800" y="431800"/>
                  </a:cubicBezTo>
                  <a:cubicBezTo>
                    <a:pt x="442834" y="582303"/>
                    <a:pt x="356908" y="641989"/>
                    <a:pt x="279400" y="711200"/>
                  </a:cubicBezTo>
                  <a:cubicBezTo>
                    <a:pt x="224574" y="643372"/>
                    <a:pt x="71275" y="454652"/>
                    <a:pt x="0" y="431800"/>
                  </a:cubicBezTo>
                  <a:close/>
                </a:path>
                <a:path w="558800" h="711200" stroke="0" extrusionOk="0">
                  <a:moveTo>
                    <a:pt x="0" y="431800"/>
                  </a:moveTo>
                  <a:cubicBezTo>
                    <a:pt x="40233" y="436778"/>
                    <a:pt x="83915" y="438633"/>
                    <a:pt x="139700" y="431800"/>
                  </a:cubicBezTo>
                  <a:cubicBezTo>
                    <a:pt x="138724" y="358252"/>
                    <a:pt x="145131" y="74422"/>
                    <a:pt x="139700" y="0"/>
                  </a:cubicBezTo>
                  <a:cubicBezTo>
                    <a:pt x="195184" y="102"/>
                    <a:pt x="358621" y="19128"/>
                    <a:pt x="419100" y="0"/>
                  </a:cubicBezTo>
                  <a:cubicBezTo>
                    <a:pt x="414685" y="81685"/>
                    <a:pt x="435002" y="349165"/>
                    <a:pt x="419100" y="431800"/>
                  </a:cubicBezTo>
                  <a:cubicBezTo>
                    <a:pt x="441831" y="438168"/>
                    <a:pt x="532276" y="437682"/>
                    <a:pt x="558800" y="431800"/>
                  </a:cubicBezTo>
                  <a:cubicBezTo>
                    <a:pt x="467346" y="557635"/>
                    <a:pt x="403089" y="630648"/>
                    <a:pt x="279400" y="711200"/>
                  </a:cubicBezTo>
                  <a:cubicBezTo>
                    <a:pt x="246298" y="631776"/>
                    <a:pt x="82373" y="521004"/>
                    <a:pt x="0" y="43180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bg2">
                  <a:lumMod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3887920">
                    <a:prstGeom prst="downArrow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93240D-E564-8A1D-76E0-9F449A9F1EAE}"/>
                </a:ext>
              </a:extLst>
            </p:cNvPr>
            <p:cNvSpPr txBox="1"/>
            <p:nvPr/>
          </p:nvSpPr>
          <p:spPr>
            <a:xfrm>
              <a:off x="3775710" y="2960473"/>
              <a:ext cx="3376563" cy="584775"/>
            </a:xfrm>
            <a:prstGeom prst="rect">
              <a:avLst/>
            </a:prstGeom>
            <a:solidFill>
              <a:srgbClr val="92D050">
                <a:alpha val="72157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Similarly, in Budget Mode, double-click cells to begin editing.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03E8001-5567-AA73-B29F-63F04C373986}"/>
              </a:ext>
            </a:extLst>
          </p:cNvPr>
          <p:cNvGrpSpPr/>
          <p:nvPr/>
        </p:nvGrpSpPr>
        <p:grpSpPr>
          <a:xfrm>
            <a:off x="67733" y="4323357"/>
            <a:ext cx="9144000" cy="2013857"/>
            <a:chOff x="67733" y="4323357"/>
            <a:chExt cx="9144000" cy="201385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ED464F-C1B5-7D51-0B59-3813ACBFC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733" y="4323357"/>
              <a:ext cx="9144000" cy="2013857"/>
            </a:xfrm>
            <a:prstGeom prst="rect">
              <a:avLst/>
            </a:prstGeom>
          </p:spPr>
        </p:pic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D5737AA7-6041-CF62-5054-5EB9AEBD9BE7}"/>
                </a:ext>
              </a:extLst>
            </p:cNvPr>
            <p:cNvSpPr/>
            <p:nvPr/>
          </p:nvSpPr>
          <p:spPr>
            <a:xfrm rot="7777949">
              <a:off x="3948395" y="5525886"/>
              <a:ext cx="558800" cy="711200"/>
            </a:xfrm>
            <a:custGeom>
              <a:avLst/>
              <a:gdLst>
                <a:gd name="connsiteX0" fmla="*/ 0 w 558800"/>
                <a:gd name="connsiteY0" fmla="*/ 431800 h 711200"/>
                <a:gd name="connsiteX1" fmla="*/ 139700 w 558800"/>
                <a:gd name="connsiteY1" fmla="*/ 431800 h 711200"/>
                <a:gd name="connsiteX2" fmla="*/ 139700 w 558800"/>
                <a:gd name="connsiteY2" fmla="*/ 0 h 711200"/>
                <a:gd name="connsiteX3" fmla="*/ 419100 w 558800"/>
                <a:gd name="connsiteY3" fmla="*/ 0 h 711200"/>
                <a:gd name="connsiteX4" fmla="*/ 419100 w 558800"/>
                <a:gd name="connsiteY4" fmla="*/ 431800 h 711200"/>
                <a:gd name="connsiteX5" fmla="*/ 558800 w 558800"/>
                <a:gd name="connsiteY5" fmla="*/ 431800 h 711200"/>
                <a:gd name="connsiteX6" fmla="*/ 279400 w 558800"/>
                <a:gd name="connsiteY6" fmla="*/ 711200 h 711200"/>
                <a:gd name="connsiteX7" fmla="*/ 0 w 558800"/>
                <a:gd name="connsiteY7" fmla="*/ 43180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800" h="711200" fill="none" extrusionOk="0">
                  <a:moveTo>
                    <a:pt x="0" y="431800"/>
                  </a:moveTo>
                  <a:cubicBezTo>
                    <a:pt x="25165" y="421911"/>
                    <a:pt x="74061" y="424106"/>
                    <a:pt x="139700" y="431800"/>
                  </a:cubicBezTo>
                  <a:cubicBezTo>
                    <a:pt x="149349" y="280153"/>
                    <a:pt x="128586" y="155822"/>
                    <a:pt x="139700" y="0"/>
                  </a:cubicBezTo>
                  <a:cubicBezTo>
                    <a:pt x="170856" y="12888"/>
                    <a:pt x="285216" y="-8097"/>
                    <a:pt x="419100" y="0"/>
                  </a:cubicBezTo>
                  <a:cubicBezTo>
                    <a:pt x="439979" y="154833"/>
                    <a:pt x="412171" y="299895"/>
                    <a:pt x="419100" y="431800"/>
                  </a:cubicBezTo>
                  <a:cubicBezTo>
                    <a:pt x="446735" y="435253"/>
                    <a:pt x="496856" y="421803"/>
                    <a:pt x="558800" y="431800"/>
                  </a:cubicBezTo>
                  <a:cubicBezTo>
                    <a:pt x="442834" y="582303"/>
                    <a:pt x="356908" y="641989"/>
                    <a:pt x="279400" y="711200"/>
                  </a:cubicBezTo>
                  <a:cubicBezTo>
                    <a:pt x="224574" y="643372"/>
                    <a:pt x="71275" y="454652"/>
                    <a:pt x="0" y="431800"/>
                  </a:cubicBezTo>
                  <a:close/>
                </a:path>
                <a:path w="558800" h="711200" stroke="0" extrusionOk="0">
                  <a:moveTo>
                    <a:pt x="0" y="431800"/>
                  </a:moveTo>
                  <a:cubicBezTo>
                    <a:pt x="40233" y="436778"/>
                    <a:pt x="83915" y="438633"/>
                    <a:pt x="139700" y="431800"/>
                  </a:cubicBezTo>
                  <a:cubicBezTo>
                    <a:pt x="138724" y="358252"/>
                    <a:pt x="145131" y="74422"/>
                    <a:pt x="139700" y="0"/>
                  </a:cubicBezTo>
                  <a:cubicBezTo>
                    <a:pt x="195184" y="102"/>
                    <a:pt x="358621" y="19128"/>
                    <a:pt x="419100" y="0"/>
                  </a:cubicBezTo>
                  <a:cubicBezTo>
                    <a:pt x="414685" y="81685"/>
                    <a:pt x="435002" y="349165"/>
                    <a:pt x="419100" y="431800"/>
                  </a:cubicBezTo>
                  <a:cubicBezTo>
                    <a:pt x="441831" y="438168"/>
                    <a:pt x="532276" y="437682"/>
                    <a:pt x="558800" y="431800"/>
                  </a:cubicBezTo>
                  <a:cubicBezTo>
                    <a:pt x="467346" y="557635"/>
                    <a:pt x="403089" y="630648"/>
                    <a:pt x="279400" y="711200"/>
                  </a:cubicBezTo>
                  <a:cubicBezTo>
                    <a:pt x="246298" y="631776"/>
                    <a:pt x="82373" y="521004"/>
                    <a:pt x="0" y="43180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bg2">
                  <a:lumMod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3887920">
                    <a:prstGeom prst="downArrow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2402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A3D1B6-4786-CC8C-A058-F6A088F2F67F}"/>
              </a:ext>
            </a:extLst>
          </p:cNvPr>
          <p:cNvSpPr txBox="1"/>
          <p:nvPr/>
        </p:nvSpPr>
        <p:spPr>
          <a:xfrm>
            <a:off x="9211733" y="115146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6286BD-AA72-9A26-2D2B-E5130A74DB47}"/>
              </a:ext>
            </a:extLst>
          </p:cNvPr>
          <p:cNvGrpSpPr/>
          <p:nvPr/>
        </p:nvGrpSpPr>
        <p:grpSpPr>
          <a:xfrm>
            <a:off x="2065421" y="138545"/>
            <a:ext cx="2756354" cy="6580909"/>
            <a:chOff x="2065421" y="138545"/>
            <a:chExt cx="2756354" cy="658090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60B9E1-2317-8CE6-2478-3EC4FB619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5421" y="138545"/>
              <a:ext cx="2514600" cy="6580909"/>
            </a:xfrm>
            <a:prstGeom prst="rect">
              <a:avLst/>
            </a:prstGeom>
          </p:spPr>
        </p:pic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BA1ACDD4-EAB7-945C-E3F1-E7562012C132}"/>
                </a:ext>
              </a:extLst>
            </p:cNvPr>
            <p:cNvSpPr/>
            <p:nvPr/>
          </p:nvSpPr>
          <p:spPr>
            <a:xfrm rot="7777949">
              <a:off x="4186775" y="5921850"/>
              <a:ext cx="558800" cy="711200"/>
            </a:xfrm>
            <a:custGeom>
              <a:avLst/>
              <a:gdLst>
                <a:gd name="connsiteX0" fmla="*/ 0 w 558800"/>
                <a:gd name="connsiteY0" fmla="*/ 431800 h 711200"/>
                <a:gd name="connsiteX1" fmla="*/ 139700 w 558800"/>
                <a:gd name="connsiteY1" fmla="*/ 431800 h 711200"/>
                <a:gd name="connsiteX2" fmla="*/ 139700 w 558800"/>
                <a:gd name="connsiteY2" fmla="*/ 0 h 711200"/>
                <a:gd name="connsiteX3" fmla="*/ 419100 w 558800"/>
                <a:gd name="connsiteY3" fmla="*/ 0 h 711200"/>
                <a:gd name="connsiteX4" fmla="*/ 419100 w 558800"/>
                <a:gd name="connsiteY4" fmla="*/ 431800 h 711200"/>
                <a:gd name="connsiteX5" fmla="*/ 558800 w 558800"/>
                <a:gd name="connsiteY5" fmla="*/ 431800 h 711200"/>
                <a:gd name="connsiteX6" fmla="*/ 279400 w 558800"/>
                <a:gd name="connsiteY6" fmla="*/ 711200 h 711200"/>
                <a:gd name="connsiteX7" fmla="*/ 0 w 558800"/>
                <a:gd name="connsiteY7" fmla="*/ 43180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800" h="711200" fill="none" extrusionOk="0">
                  <a:moveTo>
                    <a:pt x="0" y="431800"/>
                  </a:moveTo>
                  <a:cubicBezTo>
                    <a:pt x="25165" y="421911"/>
                    <a:pt x="74061" y="424106"/>
                    <a:pt x="139700" y="431800"/>
                  </a:cubicBezTo>
                  <a:cubicBezTo>
                    <a:pt x="149349" y="280153"/>
                    <a:pt x="128586" y="155822"/>
                    <a:pt x="139700" y="0"/>
                  </a:cubicBezTo>
                  <a:cubicBezTo>
                    <a:pt x="170856" y="12888"/>
                    <a:pt x="285216" y="-8097"/>
                    <a:pt x="419100" y="0"/>
                  </a:cubicBezTo>
                  <a:cubicBezTo>
                    <a:pt x="439979" y="154833"/>
                    <a:pt x="412171" y="299895"/>
                    <a:pt x="419100" y="431800"/>
                  </a:cubicBezTo>
                  <a:cubicBezTo>
                    <a:pt x="446735" y="435253"/>
                    <a:pt x="496856" y="421803"/>
                    <a:pt x="558800" y="431800"/>
                  </a:cubicBezTo>
                  <a:cubicBezTo>
                    <a:pt x="442834" y="582303"/>
                    <a:pt x="356908" y="641989"/>
                    <a:pt x="279400" y="711200"/>
                  </a:cubicBezTo>
                  <a:cubicBezTo>
                    <a:pt x="224574" y="643372"/>
                    <a:pt x="71275" y="454652"/>
                    <a:pt x="0" y="431800"/>
                  </a:cubicBezTo>
                  <a:close/>
                </a:path>
                <a:path w="558800" h="711200" stroke="0" extrusionOk="0">
                  <a:moveTo>
                    <a:pt x="0" y="431800"/>
                  </a:moveTo>
                  <a:cubicBezTo>
                    <a:pt x="40233" y="436778"/>
                    <a:pt x="83915" y="438633"/>
                    <a:pt x="139700" y="431800"/>
                  </a:cubicBezTo>
                  <a:cubicBezTo>
                    <a:pt x="138724" y="358252"/>
                    <a:pt x="145131" y="74422"/>
                    <a:pt x="139700" y="0"/>
                  </a:cubicBezTo>
                  <a:cubicBezTo>
                    <a:pt x="195184" y="102"/>
                    <a:pt x="358621" y="19128"/>
                    <a:pt x="419100" y="0"/>
                  </a:cubicBezTo>
                  <a:cubicBezTo>
                    <a:pt x="414685" y="81685"/>
                    <a:pt x="435002" y="349165"/>
                    <a:pt x="419100" y="431800"/>
                  </a:cubicBezTo>
                  <a:cubicBezTo>
                    <a:pt x="441831" y="438168"/>
                    <a:pt x="532276" y="437682"/>
                    <a:pt x="558800" y="431800"/>
                  </a:cubicBezTo>
                  <a:cubicBezTo>
                    <a:pt x="467346" y="557635"/>
                    <a:pt x="403089" y="630648"/>
                    <a:pt x="279400" y="711200"/>
                  </a:cubicBezTo>
                  <a:cubicBezTo>
                    <a:pt x="246298" y="631776"/>
                    <a:pt x="82373" y="521004"/>
                    <a:pt x="0" y="43180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bg2">
                  <a:lumMod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3887920">
                    <a:prstGeom prst="downArrow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977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BA3340-CB17-DA32-D9DB-8DA2DCCCDDDD}"/>
              </a:ext>
            </a:extLst>
          </p:cNvPr>
          <p:cNvSpPr txBox="1"/>
          <p:nvPr/>
        </p:nvSpPr>
        <p:spPr>
          <a:xfrm>
            <a:off x="10834793" y="1185757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8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703861-7371-F7A2-300A-2F7F0A4C0EE8}"/>
              </a:ext>
            </a:extLst>
          </p:cNvPr>
          <p:cNvGrpSpPr/>
          <p:nvPr/>
        </p:nvGrpSpPr>
        <p:grpSpPr>
          <a:xfrm>
            <a:off x="277626" y="978957"/>
            <a:ext cx="9144000" cy="3850421"/>
            <a:chOff x="277626" y="978957"/>
            <a:chExt cx="9144000" cy="385042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F48A75-6D9D-61F5-7C79-4DAF1D9D1A21}"/>
                </a:ext>
              </a:extLst>
            </p:cNvPr>
            <p:cNvGrpSpPr/>
            <p:nvPr/>
          </p:nvGrpSpPr>
          <p:grpSpPr>
            <a:xfrm>
              <a:off x="277626" y="978957"/>
              <a:ext cx="9144000" cy="3850421"/>
              <a:chOff x="277626" y="978957"/>
              <a:chExt cx="9144000" cy="385042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B0DF2D60-304B-9030-7DB2-BB5BADC209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7626" y="978957"/>
                <a:ext cx="9144000" cy="3850421"/>
              </a:xfrm>
              <a:prstGeom prst="rect">
                <a:avLst/>
              </a:prstGeom>
            </p:spPr>
          </p:pic>
          <p:sp>
            <p:nvSpPr>
              <p:cNvPr id="5" name="Arrow: Down 4">
                <a:extLst>
                  <a:ext uri="{FF2B5EF4-FFF2-40B4-BE49-F238E27FC236}">
                    <a16:creationId xmlns:a16="http://schemas.microsoft.com/office/drawing/2014/main" id="{86BF0972-8BFF-FAD2-6EF5-16EE07691BF0}"/>
                  </a:ext>
                </a:extLst>
              </p:cNvPr>
              <p:cNvSpPr/>
              <p:nvPr/>
            </p:nvSpPr>
            <p:spPr>
              <a:xfrm rot="14269985">
                <a:off x="6107700" y="3716399"/>
                <a:ext cx="558800" cy="711200"/>
              </a:xfrm>
              <a:custGeom>
                <a:avLst/>
                <a:gdLst>
                  <a:gd name="connsiteX0" fmla="*/ 0 w 558800"/>
                  <a:gd name="connsiteY0" fmla="*/ 431800 h 711200"/>
                  <a:gd name="connsiteX1" fmla="*/ 139700 w 558800"/>
                  <a:gd name="connsiteY1" fmla="*/ 431800 h 711200"/>
                  <a:gd name="connsiteX2" fmla="*/ 139700 w 558800"/>
                  <a:gd name="connsiteY2" fmla="*/ 0 h 711200"/>
                  <a:gd name="connsiteX3" fmla="*/ 419100 w 558800"/>
                  <a:gd name="connsiteY3" fmla="*/ 0 h 711200"/>
                  <a:gd name="connsiteX4" fmla="*/ 419100 w 558800"/>
                  <a:gd name="connsiteY4" fmla="*/ 431800 h 711200"/>
                  <a:gd name="connsiteX5" fmla="*/ 558800 w 558800"/>
                  <a:gd name="connsiteY5" fmla="*/ 431800 h 711200"/>
                  <a:gd name="connsiteX6" fmla="*/ 279400 w 558800"/>
                  <a:gd name="connsiteY6" fmla="*/ 711200 h 711200"/>
                  <a:gd name="connsiteX7" fmla="*/ 0 w 558800"/>
                  <a:gd name="connsiteY7" fmla="*/ 431800 h 711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8800" h="711200" fill="none" extrusionOk="0">
                    <a:moveTo>
                      <a:pt x="0" y="431800"/>
                    </a:moveTo>
                    <a:cubicBezTo>
                      <a:pt x="25165" y="421911"/>
                      <a:pt x="74061" y="424106"/>
                      <a:pt x="139700" y="431800"/>
                    </a:cubicBezTo>
                    <a:cubicBezTo>
                      <a:pt x="149349" y="280153"/>
                      <a:pt x="128586" y="155822"/>
                      <a:pt x="139700" y="0"/>
                    </a:cubicBezTo>
                    <a:cubicBezTo>
                      <a:pt x="170856" y="12888"/>
                      <a:pt x="285216" y="-8097"/>
                      <a:pt x="419100" y="0"/>
                    </a:cubicBezTo>
                    <a:cubicBezTo>
                      <a:pt x="439979" y="154833"/>
                      <a:pt x="412171" y="299895"/>
                      <a:pt x="419100" y="431800"/>
                    </a:cubicBezTo>
                    <a:cubicBezTo>
                      <a:pt x="446735" y="435253"/>
                      <a:pt x="496856" y="421803"/>
                      <a:pt x="558800" y="431800"/>
                    </a:cubicBezTo>
                    <a:cubicBezTo>
                      <a:pt x="442834" y="582303"/>
                      <a:pt x="356908" y="641989"/>
                      <a:pt x="279400" y="711200"/>
                    </a:cubicBezTo>
                    <a:cubicBezTo>
                      <a:pt x="224574" y="643372"/>
                      <a:pt x="71275" y="454652"/>
                      <a:pt x="0" y="431800"/>
                    </a:cubicBezTo>
                    <a:close/>
                  </a:path>
                  <a:path w="558800" h="711200" stroke="0" extrusionOk="0">
                    <a:moveTo>
                      <a:pt x="0" y="431800"/>
                    </a:moveTo>
                    <a:cubicBezTo>
                      <a:pt x="40233" y="436778"/>
                      <a:pt x="83915" y="438633"/>
                      <a:pt x="139700" y="431800"/>
                    </a:cubicBezTo>
                    <a:cubicBezTo>
                      <a:pt x="138724" y="358252"/>
                      <a:pt x="145131" y="74422"/>
                      <a:pt x="139700" y="0"/>
                    </a:cubicBezTo>
                    <a:cubicBezTo>
                      <a:pt x="195184" y="102"/>
                      <a:pt x="358621" y="19128"/>
                      <a:pt x="419100" y="0"/>
                    </a:cubicBezTo>
                    <a:cubicBezTo>
                      <a:pt x="414685" y="81685"/>
                      <a:pt x="435002" y="349165"/>
                      <a:pt x="419100" y="431800"/>
                    </a:cubicBezTo>
                    <a:cubicBezTo>
                      <a:pt x="441831" y="438168"/>
                      <a:pt x="532276" y="437682"/>
                      <a:pt x="558800" y="431800"/>
                    </a:cubicBezTo>
                    <a:cubicBezTo>
                      <a:pt x="467346" y="557635"/>
                      <a:pt x="403089" y="630648"/>
                      <a:pt x="279400" y="711200"/>
                    </a:cubicBezTo>
                    <a:cubicBezTo>
                      <a:pt x="246298" y="631776"/>
                      <a:pt x="82373" y="521004"/>
                      <a:pt x="0" y="43180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solidFill>
                  <a:schemeClr val="bg2">
                    <a:lumMod val="2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363887920">
                      <a:prstGeom prst="downArrow">
                        <a:avLst/>
                      </a:prstGeom>
                      <ask:type>
                        <ask:lineSketchCurve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FDD322-981C-4303-F6FA-A72201165324}"/>
                </a:ext>
              </a:extLst>
            </p:cNvPr>
            <p:cNvSpPr txBox="1"/>
            <p:nvPr/>
          </p:nvSpPr>
          <p:spPr>
            <a:xfrm>
              <a:off x="2560772" y="4109606"/>
              <a:ext cx="3376563" cy="338554"/>
            </a:xfrm>
            <a:prstGeom prst="rect">
              <a:avLst/>
            </a:prstGeom>
            <a:solidFill>
              <a:srgbClr val="92D050">
                <a:alpha val="72157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Default values can be changed.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8784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611FE5-AF4D-0C2B-941E-E7C9790EB893}"/>
              </a:ext>
            </a:extLst>
          </p:cNvPr>
          <p:cNvSpPr txBox="1"/>
          <p:nvPr/>
        </p:nvSpPr>
        <p:spPr>
          <a:xfrm>
            <a:off x="10834793" y="1185757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9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E0767E4-C372-5787-85EF-D53E54C4FEC0}"/>
              </a:ext>
            </a:extLst>
          </p:cNvPr>
          <p:cNvGrpSpPr/>
          <p:nvPr/>
        </p:nvGrpSpPr>
        <p:grpSpPr>
          <a:xfrm>
            <a:off x="1645920" y="1649767"/>
            <a:ext cx="9144000" cy="3937580"/>
            <a:chOff x="1645920" y="1649767"/>
            <a:chExt cx="9144000" cy="393758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502B46D-867C-3B90-C603-4BA9D7823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5920" y="1649767"/>
              <a:ext cx="9144000" cy="3937580"/>
            </a:xfrm>
            <a:prstGeom prst="rect">
              <a:avLst/>
            </a:prstGeom>
          </p:spPr>
        </p:pic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182A184B-3B50-5181-BBAA-BD077D917239}"/>
                </a:ext>
              </a:extLst>
            </p:cNvPr>
            <p:cNvSpPr/>
            <p:nvPr/>
          </p:nvSpPr>
          <p:spPr>
            <a:xfrm rot="14269985">
              <a:off x="8713740" y="4805918"/>
              <a:ext cx="558800" cy="711200"/>
            </a:xfrm>
            <a:custGeom>
              <a:avLst/>
              <a:gdLst>
                <a:gd name="connsiteX0" fmla="*/ 0 w 558800"/>
                <a:gd name="connsiteY0" fmla="*/ 431800 h 711200"/>
                <a:gd name="connsiteX1" fmla="*/ 139700 w 558800"/>
                <a:gd name="connsiteY1" fmla="*/ 431800 h 711200"/>
                <a:gd name="connsiteX2" fmla="*/ 139700 w 558800"/>
                <a:gd name="connsiteY2" fmla="*/ 0 h 711200"/>
                <a:gd name="connsiteX3" fmla="*/ 419100 w 558800"/>
                <a:gd name="connsiteY3" fmla="*/ 0 h 711200"/>
                <a:gd name="connsiteX4" fmla="*/ 419100 w 558800"/>
                <a:gd name="connsiteY4" fmla="*/ 431800 h 711200"/>
                <a:gd name="connsiteX5" fmla="*/ 558800 w 558800"/>
                <a:gd name="connsiteY5" fmla="*/ 431800 h 711200"/>
                <a:gd name="connsiteX6" fmla="*/ 279400 w 558800"/>
                <a:gd name="connsiteY6" fmla="*/ 711200 h 711200"/>
                <a:gd name="connsiteX7" fmla="*/ 0 w 558800"/>
                <a:gd name="connsiteY7" fmla="*/ 43180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800" h="711200" fill="none" extrusionOk="0">
                  <a:moveTo>
                    <a:pt x="0" y="431800"/>
                  </a:moveTo>
                  <a:cubicBezTo>
                    <a:pt x="25165" y="421911"/>
                    <a:pt x="74061" y="424106"/>
                    <a:pt x="139700" y="431800"/>
                  </a:cubicBezTo>
                  <a:cubicBezTo>
                    <a:pt x="149349" y="280153"/>
                    <a:pt x="128586" y="155822"/>
                    <a:pt x="139700" y="0"/>
                  </a:cubicBezTo>
                  <a:cubicBezTo>
                    <a:pt x="170856" y="12888"/>
                    <a:pt x="285216" y="-8097"/>
                    <a:pt x="419100" y="0"/>
                  </a:cubicBezTo>
                  <a:cubicBezTo>
                    <a:pt x="439979" y="154833"/>
                    <a:pt x="412171" y="299895"/>
                    <a:pt x="419100" y="431800"/>
                  </a:cubicBezTo>
                  <a:cubicBezTo>
                    <a:pt x="446735" y="435253"/>
                    <a:pt x="496856" y="421803"/>
                    <a:pt x="558800" y="431800"/>
                  </a:cubicBezTo>
                  <a:cubicBezTo>
                    <a:pt x="442834" y="582303"/>
                    <a:pt x="356908" y="641989"/>
                    <a:pt x="279400" y="711200"/>
                  </a:cubicBezTo>
                  <a:cubicBezTo>
                    <a:pt x="224574" y="643372"/>
                    <a:pt x="71275" y="454652"/>
                    <a:pt x="0" y="431800"/>
                  </a:cubicBezTo>
                  <a:close/>
                </a:path>
                <a:path w="558800" h="711200" stroke="0" extrusionOk="0">
                  <a:moveTo>
                    <a:pt x="0" y="431800"/>
                  </a:moveTo>
                  <a:cubicBezTo>
                    <a:pt x="40233" y="436778"/>
                    <a:pt x="83915" y="438633"/>
                    <a:pt x="139700" y="431800"/>
                  </a:cubicBezTo>
                  <a:cubicBezTo>
                    <a:pt x="138724" y="358252"/>
                    <a:pt x="145131" y="74422"/>
                    <a:pt x="139700" y="0"/>
                  </a:cubicBezTo>
                  <a:cubicBezTo>
                    <a:pt x="195184" y="102"/>
                    <a:pt x="358621" y="19128"/>
                    <a:pt x="419100" y="0"/>
                  </a:cubicBezTo>
                  <a:cubicBezTo>
                    <a:pt x="414685" y="81685"/>
                    <a:pt x="435002" y="349165"/>
                    <a:pt x="419100" y="431800"/>
                  </a:cubicBezTo>
                  <a:cubicBezTo>
                    <a:pt x="441831" y="438168"/>
                    <a:pt x="532276" y="437682"/>
                    <a:pt x="558800" y="431800"/>
                  </a:cubicBezTo>
                  <a:cubicBezTo>
                    <a:pt x="467346" y="557635"/>
                    <a:pt x="403089" y="630648"/>
                    <a:pt x="279400" y="711200"/>
                  </a:cubicBezTo>
                  <a:cubicBezTo>
                    <a:pt x="246298" y="631776"/>
                    <a:pt x="82373" y="521004"/>
                    <a:pt x="0" y="43180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bg2">
                  <a:lumMod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3887920">
                    <a:prstGeom prst="downArrow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11780D-8D31-4DDE-BF53-8FB316BF3793}"/>
                </a:ext>
              </a:extLst>
            </p:cNvPr>
            <p:cNvSpPr txBox="1"/>
            <p:nvPr/>
          </p:nvSpPr>
          <p:spPr>
            <a:xfrm>
              <a:off x="5121939" y="5161518"/>
              <a:ext cx="3376563" cy="338554"/>
            </a:xfrm>
            <a:prstGeom prst="rect">
              <a:avLst/>
            </a:prstGeom>
            <a:solidFill>
              <a:srgbClr val="92D050">
                <a:alpha val="72157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Default values can be changed.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095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B08BC0-FD85-1D65-ECFE-CF6D1E8B153B}"/>
              </a:ext>
            </a:extLst>
          </p:cNvPr>
          <p:cNvSpPr txBox="1"/>
          <p:nvPr/>
        </p:nvSpPr>
        <p:spPr>
          <a:xfrm>
            <a:off x="10834793" y="1185757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10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E68F11-DEBF-A616-124B-76FDF294DFF0}"/>
              </a:ext>
            </a:extLst>
          </p:cNvPr>
          <p:cNvGrpSpPr/>
          <p:nvPr/>
        </p:nvGrpSpPr>
        <p:grpSpPr>
          <a:xfrm>
            <a:off x="868680" y="1394861"/>
            <a:ext cx="9144000" cy="3111357"/>
            <a:chOff x="868680" y="1394861"/>
            <a:chExt cx="9144000" cy="311135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6F3DB2A-F1A1-4926-31CA-25AB555DF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8680" y="1394861"/>
              <a:ext cx="9144000" cy="3034064"/>
            </a:xfrm>
            <a:prstGeom prst="rect">
              <a:avLst/>
            </a:prstGeom>
          </p:spPr>
        </p:pic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A0FACDD0-2966-C75D-84F7-2B2206C3F44A}"/>
                </a:ext>
              </a:extLst>
            </p:cNvPr>
            <p:cNvSpPr/>
            <p:nvPr/>
          </p:nvSpPr>
          <p:spPr>
            <a:xfrm rot="14269985">
              <a:off x="7476515" y="3651954"/>
              <a:ext cx="558800" cy="711200"/>
            </a:xfrm>
            <a:custGeom>
              <a:avLst/>
              <a:gdLst>
                <a:gd name="connsiteX0" fmla="*/ 0 w 558800"/>
                <a:gd name="connsiteY0" fmla="*/ 431800 h 711200"/>
                <a:gd name="connsiteX1" fmla="*/ 139700 w 558800"/>
                <a:gd name="connsiteY1" fmla="*/ 431800 h 711200"/>
                <a:gd name="connsiteX2" fmla="*/ 139700 w 558800"/>
                <a:gd name="connsiteY2" fmla="*/ 0 h 711200"/>
                <a:gd name="connsiteX3" fmla="*/ 419100 w 558800"/>
                <a:gd name="connsiteY3" fmla="*/ 0 h 711200"/>
                <a:gd name="connsiteX4" fmla="*/ 419100 w 558800"/>
                <a:gd name="connsiteY4" fmla="*/ 431800 h 711200"/>
                <a:gd name="connsiteX5" fmla="*/ 558800 w 558800"/>
                <a:gd name="connsiteY5" fmla="*/ 431800 h 711200"/>
                <a:gd name="connsiteX6" fmla="*/ 279400 w 558800"/>
                <a:gd name="connsiteY6" fmla="*/ 711200 h 711200"/>
                <a:gd name="connsiteX7" fmla="*/ 0 w 558800"/>
                <a:gd name="connsiteY7" fmla="*/ 43180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800" h="711200" fill="none" extrusionOk="0">
                  <a:moveTo>
                    <a:pt x="0" y="431800"/>
                  </a:moveTo>
                  <a:cubicBezTo>
                    <a:pt x="25165" y="421911"/>
                    <a:pt x="74061" y="424106"/>
                    <a:pt x="139700" y="431800"/>
                  </a:cubicBezTo>
                  <a:cubicBezTo>
                    <a:pt x="149349" y="280153"/>
                    <a:pt x="128586" y="155822"/>
                    <a:pt x="139700" y="0"/>
                  </a:cubicBezTo>
                  <a:cubicBezTo>
                    <a:pt x="170856" y="12888"/>
                    <a:pt x="285216" y="-8097"/>
                    <a:pt x="419100" y="0"/>
                  </a:cubicBezTo>
                  <a:cubicBezTo>
                    <a:pt x="439979" y="154833"/>
                    <a:pt x="412171" y="299895"/>
                    <a:pt x="419100" y="431800"/>
                  </a:cubicBezTo>
                  <a:cubicBezTo>
                    <a:pt x="446735" y="435253"/>
                    <a:pt x="496856" y="421803"/>
                    <a:pt x="558800" y="431800"/>
                  </a:cubicBezTo>
                  <a:cubicBezTo>
                    <a:pt x="442834" y="582303"/>
                    <a:pt x="356908" y="641989"/>
                    <a:pt x="279400" y="711200"/>
                  </a:cubicBezTo>
                  <a:cubicBezTo>
                    <a:pt x="224574" y="643372"/>
                    <a:pt x="71275" y="454652"/>
                    <a:pt x="0" y="431800"/>
                  </a:cubicBezTo>
                  <a:close/>
                </a:path>
                <a:path w="558800" h="711200" stroke="0" extrusionOk="0">
                  <a:moveTo>
                    <a:pt x="0" y="431800"/>
                  </a:moveTo>
                  <a:cubicBezTo>
                    <a:pt x="40233" y="436778"/>
                    <a:pt x="83915" y="438633"/>
                    <a:pt x="139700" y="431800"/>
                  </a:cubicBezTo>
                  <a:cubicBezTo>
                    <a:pt x="138724" y="358252"/>
                    <a:pt x="145131" y="74422"/>
                    <a:pt x="139700" y="0"/>
                  </a:cubicBezTo>
                  <a:cubicBezTo>
                    <a:pt x="195184" y="102"/>
                    <a:pt x="358621" y="19128"/>
                    <a:pt x="419100" y="0"/>
                  </a:cubicBezTo>
                  <a:cubicBezTo>
                    <a:pt x="414685" y="81685"/>
                    <a:pt x="435002" y="349165"/>
                    <a:pt x="419100" y="431800"/>
                  </a:cubicBezTo>
                  <a:cubicBezTo>
                    <a:pt x="441831" y="438168"/>
                    <a:pt x="532276" y="437682"/>
                    <a:pt x="558800" y="431800"/>
                  </a:cubicBezTo>
                  <a:cubicBezTo>
                    <a:pt x="467346" y="557635"/>
                    <a:pt x="403089" y="630648"/>
                    <a:pt x="279400" y="711200"/>
                  </a:cubicBezTo>
                  <a:cubicBezTo>
                    <a:pt x="246298" y="631776"/>
                    <a:pt x="82373" y="521004"/>
                    <a:pt x="0" y="43180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bg2">
                  <a:lumMod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3887920">
                    <a:prstGeom prst="downArrow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A3594D-5D02-DE3A-C41E-1D04332C9AD6}"/>
                </a:ext>
              </a:extLst>
            </p:cNvPr>
            <p:cNvSpPr txBox="1"/>
            <p:nvPr/>
          </p:nvSpPr>
          <p:spPr>
            <a:xfrm>
              <a:off x="3929587" y="3429000"/>
              <a:ext cx="3376563" cy="1077218"/>
            </a:xfrm>
            <a:prstGeom prst="rect">
              <a:avLst/>
            </a:prstGeom>
            <a:solidFill>
              <a:srgbClr val="92D050">
                <a:alpha val="72157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By default, all project types will be selected under Scenario 1. Click checkboxes to add or remove project types.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1178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CF04F4-7188-CA3E-0E1B-E2A8AB46F01D}"/>
              </a:ext>
            </a:extLst>
          </p:cNvPr>
          <p:cNvSpPr txBox="1"/>
          <p:nvPr/>
        </p:nvSpPr>
        <p:spPr>
          <a:xfrm>
            <a:off x="10834793" y="1185757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11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20F6EF-DB07-C2A2-59F4-627BD67E17B8}"/>
              </a:ext>
            </a:extLst>
          </p:cNvPr>
          <p:cNvGrpSpPr/>
          <p:nvPr/>
        </p:nvGrpSpPr>
        <p:grpSpPr>
          <a:xfrm>
            <a:off x="1524000" y="2752825"/>
            <a:ext cx="9144000" cy="1352350"/>
            <a:chOff x="1524000" y="2752825"/>
            <a:chExt cx="9144000" cy="13523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C8B845E-3A39-07EB-3A81-51ADBA0B3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0" y="2752825"/>
              <a:ext cx="9144000" cy="1352350"/>
            </a:xfrm>
            <a:prstGeom prst="rect">
              <a:avLst/>
            </a:prstGeom>
          </p:spPr>
        </p:pic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B03893FA-9971-DDDC-A7A8-C23F5B11C879}"/>
                </a:ext>
              </a:extLst>
            </p:cNvPr>
            <p:cNvSpPr/>
            <p:nvPr/>
          </p:nvSpPr>
          <p:spPr>
            <a:xfrm rot="7777949">
              <a:off x="4346796" y="3307570"/>
              <a:ext cx="558800" cy="711200"/>
            </a:xfrm>
            <a:custGeom>
              <a:avLst/>
              <a:gdLst>
                <a:gd name="connsiteX0" fmla="*/ 0 w 558800"/>
                <a:gd name="connsiteY0" fmla="*/ 431800 h 711200"/>
                <a:gd name="connsiteX1" fmla="*/ 139700 w 558800"/>
                <a:gd name="connsiteY1" fmla="*/ 431800 h 711200"/>
                <a:gd name="connsiteX2" fmla="*/ 139700 w 558800"/>
                <a:gd name="connsiteY2" fmla="*/ 0 h 711200"/>
                <a:gd name="connsiteX3" fmla="*/ 419100 w 558800"/>
                <a:gd name="connsiteY3" fmla="*/ 0 h 711200"/>
                <a:gd name="connsiteX4" fmla="*/ 419100 w 558800"/>
                <a:gd name="connsiteY4" fmla="*/ 431800 h 711200"/>
                <a:gd name="connsiteX5" fmla="*/ 558800 w 558800"/>
                <a:gd name="connsiteY5" fmla="*/ 431800 h 711200"/>
                <a:gd name="connsiteX6" fmla="*/ 279400 w 558800"/>
                <a:gd name="connsiteY6" fmla="*/ 711200 h 711200"/>
                <a:gd name="connsiteX7" fmla="*/ 0 w 558800"/>
                <a:gd name="connsiteY7" fmla="*/ 43180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800" h="711200" fill="none" extrusionOk="0">
                  <a:moveTo>
                    <a:pt x="0" y="431800"/>
                  </a:moveTo>
                  <a:cubicBezTo>
                    <a:pt x="25165" y="421911"/>
                    <a:pt x="74061" y="424106"/>
                    <a:pt x="139700" y="431800"/>
                  </a:cubicBezTo>
                  <a:cubicBezTo>
                    <a:pt x="149349" y="280153"/>
                    <a:pt x="128586" y="155822"/>
                    <a:pt x="139700" y="0"/>
                  </a:cubicBezTo>
                  <a:cubicBezTo>
                    <a:pt x="170856" y="12888"/>
                    <a:pt x="285216" y="-8097"/>
                    <a:pt x="419100" y="0"/>
                  </a:cubicBezTo>
                  <a:cubicBezTo>
                    <a:pt x="439979" y="154833"/>
                    <a:pt x="412171" y="299895"/>
                    <a:pt x="419100" y="431800"/>
                  </a:cubicBezTo>
                  <a:cubicBezTo>
                    <a:pt x="446735" y="435253"/>
                    <a:pt x="496856" y="421803"/>
                    <a:pt x="558800" y="431800"/>
                  </a:cubicBezTo>
                  <a:cubicBezTo>
                    <a:pt x="442834" y="582303"/>
                    <a:pt x="356908" y="641989"/>
                    <a:pt x="279400" y="711200"/>
                  </a:cubicBezTo>
                  <a:cubicBezTo>
                    <a:pt x="224574" y="643372"/>
                    <a:pt x="71275" y="454652"/>
                    <a:pt x="0" y="431800"/>
                  </a:cubicBezTo>
                  <a:close/>
                </a:path>
                <a:path w="558800" h="711200" stroke="0" extrusionOk="0">
                  <a:moveTo>
                    <a:pt x="0" y="431800"/>
                  </a:moveTo>
                  <a:cubicBezTo>
                    <a:pt x="40233" y="436778"/>
                    <a:pt x="83915" y="438633"/>
                    <a:pt x="139700" y="431800"/>
                  </a:cubicBezTo>
                  <a:cubicBezTo>
                    <a:pt x="138724" y="358252"/>
                    <a:pt x="145131" y="74422"/>
                    <a:pt x="139700" y="0"/>
                  </a:cubicBezTo>
                  <a:cubicBezTo>
                    <a:pt x="195184" y="102"/>
                    <a:pt x="358621" y="19128"/>
                    <a:pt x="419100" y="0"/>
                  </a:cubicBezTo>
                  <a:cubicBezTo>
                    <a:pt x="414685" y="81685"/>
                    <a:pt x="435002" y="349165"/>
                    <a:pt x="419100" y="431800"/>
                  </a:cubicBezTo>
                  <a:cubicBezTo>
                    <a:pt x="441831" y="438168"/>
                    <a:pt x="532276" y="437682"/>
                    <a:pt x="558800" y="431800"/>
                  </a:cubicBezTo>
                  <a:cubicBezTo>
                    <a:pt x="467346" y="557635"/>
                    <a:pt x="403089" y="630648"/>
                    <a:pt x="279400" y="711200"/>
                  </a:cubicBezTo>
                  <a:cubicBezTo>
                    <a:pt x="246298" y="631776"/>
                    <a:pt x="82373" y="521004"/>
                    <a:pt x="0" y="43180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bg2">
                  <a:lumMod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3887920">
                    <a:prstGeom prst="downArrow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837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A8F35D-92D4-AB7D-2703-7523902BE030}"/>
              </a:ext>
            </a:extLst>
          </p:cNvPr>
          <p:cNvSpPr txBox="1"/>
          <p:nvPr/>
        </p:nvSpPr>
        <p:spPr>
          <a:xfrm>
            <a:off x="10834793" y="1185757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12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C573C0-726D-824B-CC00-D2913952D934}"/>
              </a:ext>
            </a:extLst>
          </p:cNvPr>
          <p:cNvGrpSpPr/>
          <p:nvPr/>
        </p:nvGrpSpPr>
        <p:grpSpPr>
          <a:xfrm>
            <a:off x="2441504" y="53045"/>
            <a:ext cx="2757463" cy="6751910"/>
            <a:chOff x="2441504" y="53045"/>
            <a:chExt cx="2757463" cy="675191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779B4FD-579F-A028-94D8-18841821A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1504" y="53045"/>
              <a:ext cx="2514600" cy="6751910"/>
            </a:xfrm>
            <a:prstGeom prst="rect">
              <a:avLst/>
            </a:prstGeom>
          </p:spPr>
        </p:pic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857501EE-810E-6D72-33CA-348DDA20A3C0}"/>
                </a:ext>
              </a:extLst>
            </p:cNvPr>
            <p:cNvSpPr/>
            <p:nvPr/>
          </p:nvSpPr>
          <p:spPr>
            <a:xfrm rot="7777949">
              <a:off x="4563967" y="6060397"/>
              <a:ext cx="558800" cy="711200"/>
            </a:xfrm>
            <a:custGeom>
              <a:avLst/>
              <a:gdLst>
                <a:gd name="connsiteX0" fmla="*/ 0 w 558800"/>
                <a:gd name="connsiteY0" fmla="*/ 431800 h 711200"/>
                <a:gd name="connsiteX1" fmla="*/ 139700 w 558800"/>
                <a:gd name="connsiteY1" fmla="*/ 431800 h 711200"/>
                <a:gd name="connsiteX2" fmla="*/ 139700 w 558800"/>
                <a:gd name="connsiteY2" fmla="*/ 0 h 711200"/>
                <a:gd name="connsiteX3" fmla="*/ 419100 w 558800"/>
                <a:gd name="connsiteY3" fmla="*/ 0 h 711200"/>
                <a:gd name="connsiteX4" fmla="*/ 419100 w 558800"/>
                <a:gd name="connsiteY4" fmla="*/ 431800 h 711200"/>
                <a:gd name="connsiteX5" fmla="*/ 558800 w 558800"/>
                <a:gd name="connsiteY5" fmla="*/ 431800 h 711200"/>
                <a:gd name="connsiteX6" fmla="*/ 279400 w 558800"/>
                <a:gd name="connsiteY6" fmla="*/ 711200 h 711200"/>
                <a:gd name="connsiteX7" fmla="*/ 0 w 558800"/>
                <a:gd name="connsiteY7" fmla="*/ 431800 h 71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800" h="711200" fill="none" extrusionOk="0">
                  <a:moveTo>
                    <a:pt x="0" y="431800"/>
                  </a:moveTo>
                  <a:cubicBezTo>
                    <a:pt x="25165" y="421911"/>
                    <a:pt x="74061" y="424106"/>
                    <a:pt x="139700" y="431800"/>
                  </a:cubicBezTo>
                  <a:cubicBezTo>
                    <a:pt x="149349" y="280153"/>
                    <a:pt x="128586" y="155822"/>
                    <a:pt x="139700" y="0"/>
                  </a:cubicBezTo>
                  <a:cubicBezTo>
                    <a:pt x="170856" y="12888"/>
                    <a:pt x="285216" y="-8097"/>
                    <a:pt x="419100" y="0"/>
                  </a:cubicBezTo>
                  <a:cubicBezTo>
                    <a:pt x="439979" y="154833"/>
                    <a:pt x="412171" y="299895"/>
                    <a:pt x="419100" y="431800"/>
                  </a:cubicBezTo>
                  <a:cubicBezTo>
                    <a:pt x="446735" y="435253"/>
                    <a:pt x="496856" y="421803"/>
                    <a:pt x="558800" y="431800"/>
                  </a:cubicBezTo>
                  <a:cubicBezTo>
                    <a:pt x="442834" y="582303"/>
                    <a:pt x="356908" y="641989"/>
                    <a:pt x="279400" y="711200"/>
                  </a:cubicBezTo>
                  <a:cubicBezTo>
                    <a:pt x="224574" y="643372"/>
                    <a:pt x="71275" y="454652"/>
                    <a:pt x="0" y="431800"/>
                  </a:cubicBezTo>
                  <a:close/>
                </a:path>
                <a:path w="558800" h="711200" stroke="0" extrusionOk="0">
                  <a:moveTo>
                    <a:pt x="0" y="431800"/>
                  </a:moveTo>
                  <a:cubicBezTo>
                    <a:pt x="40233" y="436778"/>
                    <a:pt x="83915" y="438633"/>
                    <a:pt x="139700" y="431800"/>
                  </a:cubicBezTo>
                  <a:cubicBezTo>
                    <a:pt x="138724" y="358252"/>
                    <a:pt x="145131" y="74422"/>
                    <a:pt x="139700" y="0"/>
                  </a:cubicBezTo>
                  <a:cubicBezTo>
                    <a:pt x="195184" y="102"/>
                    <a:pt x="358621" y="19128"/>
                    <a:pt x="419100" y="0"/>
                  </a:cubicBezTo>
                  <a:cubicBezTo>
                    <a:pt x="414685" y="81685"/>
                    <a:pt x="435002" y="349165"/>
                    <a:pt x="419100" y="431800"/>
                  </a:cubicBezTo>
                  <a:cubicBezTo>
                    <a:pt x="441831" y="438168"/>
                    <a:pt x="532276" y="437682"/>
                    <a:pt x="558800" y="431800"/>
                  </a:cubicBezTo>
                  <a:cubicBezTo>
                    <a:pt x="467346" y="557635"/>
                    <a:pt x="403089" y="630648"/>
                    <a:pt x="279400" y="711200"/>
                  </a:cubicBezTo>
                  <a:cubicBezTo>
                    <a:pt x="246298" y="631776"/>
                    <a:pt x="82373" y="521004"/>
                    <a:pt x="0" y="431800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bg2">
                  <a:lumMod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3887920">
                    <a:prstGeom prst="downArrow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5304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1709</TotalTime>
  <Words>85</Words>
  <Application>Microsoft Office PowerPoint</Application>
  <PresentationFormat>Widescreen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Adrienne Heller</dc:creator>
  <cp:lastModifiedBy>Adrienne Heller</cp:lastModifiedBy>
  <cp:revision>4</cp:revision>
  <dcterms:created xsi:type="dcterms:W3CDTF">2025-06-22T21:11:36Z</dcterms:created>
  <dcterms:modified xsi:type="dcterms:W3CDTF">2025-06-24T21:28:54Z</dcterms:modified>
</cp:coreProperties>
</file>