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2"/>
  </p:notesMasterIdLst>
  <p:sldIdLst>
    <p:sldId id="256" r:id="rId2"/>
    <p:sldId id="257" r:id="rId3"/>
    <p:sldId id="258" r:id="rId4"/>
    <p:sldId id="269" r:id="rId5"/>
    <p:sldId id="259" r:id="rId6"/>
    <p:sldId id="260" r:id="rId7"/>
    <p:sldId id="261" r:id="rId8"/>
    <p:sldId id="270" r:id="rId9"/>
    <p:sldId id="271" r:id="rId10"/>
    <p:sldId id="272" r:id="rId11"/>
    <p:sldId id="265" r:id="rId12"/>
    <p:sldId id="266" r:id="rId13"/>
    <p:sldId id="274" r:id="rId14"/>
    <p:sldId id="275" r:id="rId15"/>
    <p:sldId id="276" r:id="rId16"/>
    <p:sldId id="262" r:id="rId17"/>
    <p:sldId id="263" r:id="rId18"/>
    <p:sldId id="264" r:id="rId19"/>
    <p:sldId id="267" r:id="rId20"/>
    <p:sldId id="268" r:id="rId2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82" y="8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fab0f18f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6fab0f18f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1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6fab0f18f9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6fab0f18f9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Step 2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6fab0f18f9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6fab0f18f9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Step 3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944753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6fab0f18f9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6fab0f18f9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Step 4</a:t>
            </a: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6fab0f18f9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6fab0f18f9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Step 5</a:t>
            </a: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6fab0f18f9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6fab0f18f9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Step 6</a:t>
            </a: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6fab0f18f9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6fab0f18f9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Step 7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040782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6fab0f18f9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6fab0f18f9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Step 8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950710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6fab0f18f9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6fab0f18f9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Step 9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010032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6fab0f18f9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6fab0f18f9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Step 10</a:t>
            </a:r>
            <a:endParaRPr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6fab0f18f9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6fab0f18f9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Step 11</a:t>
            </a:r>
            <a:endParaRPr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6fab0f18f9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6fab0f18f9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Step 13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785525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6fab0f18f9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6fab0f18f9_0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Step 14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795272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6fab0f18f9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6fab0f18f9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Step 7 (OLD)</a:t>
            </a:r>
            <a:endParaRPr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6fab0f18f9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6fab0f18f9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Step 8 (OLD)</a:t>
            </a:r>
            <a:endParaRPr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6fab0f18f9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6fab0f18f9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Step 9 (OLD)</a:t>
            </a:r>
            <a:endParaRPr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6fab0f18f9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6fab0f18f9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Step 13 (OLD)</a:t>
            </a:r>
            <a:endParaRPr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6fab0f18f9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6fab0f18f9_0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Step 14 (OLD)</a:t>
            </a: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camsys.shinyapps.io/TEA-CART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Screenshots for How-to tab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56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https://camsys.shinyapps.io/TEA-CART/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74230C3-630D-441E-A028-758777897CF6}"/>
              </a:ext>
            </a:extLst>
          </p:cNvPr>
          <p:cNvGrpSpPr/>
          <p:nvPr/>
        </p:nvGrpSpPr>
        <p:grpSpPr>
          <a:xfrm>
            <a:off x="152400" y="162067"/>
            <a:ext cx="8839200" cy="725458"/>
            <a:chOff x="152400" y="1096664"/>
            <a:chExt cx="8839200" cy="725458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301B92AC-6A45-474C-9F00-0872CC02622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2400" y="1096664"/>
              <a:ext cx="8839200" cy="386134"/>
            </a:xfrm>
            <a:prstGeom prst="rect">
              <a:avLst/>
            </a:prstGeom>
          </p:spPr>
        </p:pic>
        <p:sp>
          <p:nvSpPr>
            <p:cNvPr id="7" name="Google Shape;62;p14">
              <a:extLst>
                <a:ext uri="{FF2B5EF4-FFF2-40B4-BE49-F238E27FC236}">
                  <a16:creationId xmlns:a16="http://schemas.microsoft.com/office/drawing/2014/main" id="{EA282605-50FF-489E-8EBF-ED67C2F957F7}"/>
                </a:ext>
              </a:extLst>
            </p:cNvPr>
            <p:cNvSpPr/>
            <p:nvPr/>
          </p:nvSpPr>
          <p:spPr>
            <a:xfrm rot="13501490">
              <a:off x="4797602" y="1403479"/>
              <a:ext cx="489389" cy="347897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A1CD6D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oogle Shape;67;p15"/>
          <p:cNvGrpSpPr/>
          <p:nvPr/>
        </p:nvGrpSpPr>
        <p:grpSpPr>
          <a:xfrm>
            <a:off x="152400" y="152400"/>
            <a:ext cx="8839204" cy="1162152"/>
            <a:chOff x="152400" y="152400"/>
            <a:chExt cx="8839204" cy="1162152"/>
          </a:xfrm>
        </p:grpSpPr>
        <p:pic>
          <p:nvPicPr>
            <p:cNvPr id="68" name="Google Shape;68;p1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2400" y="152400"/>
              <a:ext cx="8839204" cy="89787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" name="Google Shape;69;p15"/>
            <p:cNvSpPr/>
            <p:nvPr/>
          </p:nvSpPr>
          <p:spPr>
            <a:xfrm rot="-8098510">
              <a:off x="2761228" y="844504"/>
              <a:ext cx="489389" cy="347897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A1CD6D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364D06FF-DCB8-4F4F-BE99-C04CECC926C7}"/>
              </a:ext>
            </a:extLst>
          </p:cNvPr>
          <p:cNvGrpSpPr/>
          <p:nvPr/>
        </p:nvGrpSpPr>
        <p:grpSpPr>
          <a:xfrm>
            <a:off x="152396" y="152400"/>
            <a:ext cx="8839204" cy="1741200"/>
            <a:chOff x="152396" y="152400"/>
            <a:chExt cx="8839204" cy="174120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6BAE1BDD-9E19-48D7-9197-3DDA0B92BF0A}"/>
                </a:ext>
              </a:extLst>
            </p:cNvPr>
            <p:cNvGrpSpPr/>
            <p:nvPr/>
          </p:nvGrpSpPr>
          <p:grpSpPr>
            <a:xfrm>
              <a:off x="152396" y="152400"/>
              <a:ext cx="8839204" cy="1741200"/>
              <a:chOff x="152396" y="152400"/>
              <a:chExt cx="8839204" cy="1741200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7A9B3578-F4BE-42CB-A315-1199E46080B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r="1077"/>
              <a:stretch/>
            </p:blipFill>
            <p:spPr>
              <a:xfrm>
                <a:off x="152396" y="152400"/>
                <a:ext cx="4193231" cy="1741200"/>
              </a:xfrm>
              <a:prstGeom prst="rect">
                <a:avLst/>
              </a:prstGeom>
            </p:spPr>
          </p:pic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70C8043F-E060-48DE-B66D-452A973A4C3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98374" y="152400"/>
                <a:ext cx="4193226" cy="1721636"/>
              </a:xfrm>
              <a:prstGeom prst="rect">
                <a:avLst/>
              </a:prstGeom>
            </p:spPr>
          </p:pic>
          <p:sp>
            <p:nvSpPr>
              <p:cNvPr id="14" name="Google Shape;85;p17">
                <a:extLst>
                  <a:ext uri="{FF2B5EF4-FFF2-40B4-BE49-F238E27FC236}">
                    <a16:creationId xmlns:a16="http://schemas.microsoft.com/office/drawing/2014/main" id="{156E1AC6-1534-4014-AC5E-429A5366A078}"/>
                  </a:ext>
                </a:extLst>
              </p:cNvPr>
              <p:cNvSpPr txBox="1"/>
              <p:nvPr/>
            </p:nvSpPr>
            <p:spPr>
              <a:xfrm>
                <a:off x="4308619" y="842400"/>
                <a:ext cx="526763" cy="3819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500" dirty="0">
                    <a:solidFill>
                      <a:schemeClr val="dk1"/>
                    </a:solidFill>
                  </a:rPr>
                  <a:t>OR</a:t>
                </a:r>
                <a:endParaRPr sz="1500" dirty="0">
                  <a:solidFill>
                    <a:schemeClr val="dk1"/>
                  </a:solidFill>
                </a:endParaRPr>
              </a:p>
            </p:txBody>
          </p:sp>
        </p:grpSp>
        <p:sp>
          <p:nvSpPr>
            <p:cNvPr id="11" name="Google Shape;76;p16">
              <a:extLst>
                <a:ext uri="{FF2B5EF4-FFF2-40B4-BE49-F238E27FC236}">
                  <a16:creationId xmlns:a16="http://schemas.microsoft.com/office/drawing/2014/main" id="{FFD81A20-4221-4C9D-BC2C-2FA1F619DCE2}"/>
                </a:ext>
              </a:extLst>
            </p:cNvPr>
            <p:cNvSpPr/>
            <p:nvPr/>
          </p:nvSpPr>
          <p:spPr>
            <a:xfrm rot="13501490">
              <a:off x="2598978" y="1401302"/>
              <a:ext cx="489389" cy="347897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A1CD6D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07;p20">
              <a:extLst>
                <a:ext uri="{FF2B5EF4-FFF2-40B4-BE49-F238E27FC236}">
                  <a16:creationId xmlns:a16="http://schemas.microsoft.com/office/drawing/2014/main" id="{606CCA5F-6573-4170-947F-1F894DD5F79F}"/>
                </a:ext>
              </a:extLst>
            </p:cNvPr>
            <p:cNvSpPr/>
            <p:nvPr/>
          </p:nvSpPr>
          <p:spPr>
            <a:xfrm rot="18898510" flipH="1">
              <a:off x="7247253" y="1346442"/>
              <a:ext cx="489389" cy="347897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A1CD6D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795218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6"/>
          <p:cNvGrpSpPr/>
          <p:nvPr/>
        </p:nvGrpSpPr>
        <p:grpSpPr>
          <a:xfrm>
            <a:off x="152400" y="152400"/>
            <a:ext cx="8839200" cy="4001500"/>
            <a:chOff x="152400" y="152400"/>
            <a:chExt cx="8839200" cy="4001500"/>
          </a:xfrm>
        </p:grpSpPr>
        <p:pic>
          <p:nvPicPr>
            <p:cNvPr id="75" name="Google Shape;75;p1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2400" y="152400"/>
              <a:ext cx="8839200" cy="369998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6" name="Google Shape;76;p16"/>
            <p:cNvSpPr/>
            <p:nvPr/>
          </p:nvSpPr>
          <p:spPr>
            <a:xfrm rot="-8098510">
              <a:off x="6198978" y="3088904"/>
              <a:ext cx="489389" cy="347897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A1CD6D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16"/>
            <p:cNvSpPr txBox="1"/>
            <p:nvPr/>
          </p:nvSpPr>
          <p:spPr>
            <a:xfrm>
              <a:off x="6877700" y="3387400"/>
              <a:ext cx="1861200" cy="766500"/>
            </a:xfrm>
            <a:prstGeom prst="rect">
              <a:avLst/>
            </a:prstGeom>
            <a:solidFill>
              <a:srgbClr val="A1CD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 b="1">
                  <a:solidFill>
                    <a:schemeClr val="dk1"/>
                  </a:solidFill>
                </a:rPr>
                <a:t>Double-click</a:t>
              </a:r>
              <a:r>
                <a:rPr lang="en" sz="1500">
                  <a:solidFill>
                    <a:schemeClr val="dk1"/>
                  </a:solidFill>
                </a:rPr>
                <a:t> the value (here, a ‘0’) to begin editing.</a:t>
              </a:r>
              <a:endParaRPr sz="1500">
                <a:solidFill>
                  <a:schemeClr val="dk1"/>
                </a:solidFill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oogle Shape;82;p17"/>
          <p:cNvGrpSpPr/>
          <p:nvPr/>
        </p:nvGrpSpPr>
        <p:grpSpPr>
          <a:xfrm>
            <a:off x="152400" y="152400"/>
            <a:ext cx="8839201" cy="3963825"/>
            <a:chOff x="152400" y="152400"/>
            <a:chExt cx="8839201" cy="3963825"/>
          </a:xfrm>
        </p:grpSpPr>
        <p:pic>
          <p:nvPicPr>
            <p:cNvPr id="83" name="Google Shape;83;p1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2400" y="152400"/>
              <a:ext cx="8839201" cy="38981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" name="Google Shape;84;p17"/>
            <p:cNvSpPr/>
            <p:nvPr/>
          </p:nvSpPr>
          <p:spPr>
            <a:xfrm rot="-8098510">
              <a:off x="6560228" y="3143654"/>
              <a:ext cx="489389" cy="347897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A1CD6D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17"/>
            <p:cNvSpPr txBox="1"/>
            <p:nvPr/>
          </p:nvSpPr>
          <p:spPr>
            <a:xfrm>
              <a:off x="4720875" y="3349725"/>
              <a:ext cx="1861200" cy="766500"/>
            </a:xfrm>
            <a:prstGeom prst="rect">
              <a:avLst/>
            </a:prstGeom>
            <a:solidFill>
              <a:srgbClr val="A1CD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 dirty="0">
                  <a:solidFill>
                    <a:schemeClr val="dk1"/>
                  </a:solidFill>
                </a:rPr>
                <a:t>Hit </a:t>
              </a:r>
              <a:r>
                <a:rPr lang="en" sz="1500" b="1" dirty="0">
                  <a:solidFill>
                    <a:schemeClr val="dk1"/>
                  </a:solidFill>
                </a:rPr>
                <a:t>Ctrl + Enter</a:t>
              </a:r>
              <a:r>
                <a:rPr lang="en" sz="1500" dirty="0">
                  <a:solidFill>
                    <a:schemeClr val="dk1"/>
                  </a:solidFill>
                </a:rPr>
                <a:t> to finish entering, or </a:t>
              </a:r>
              <a:r>
                <a:rPr lang="en" sz="1500" b="1" dirty="0">
                  <a:solidFill>
                    <a:schemeClr val="dk1"/>
                  </a:solidFill>
                </a:rPr>
                <a:t>Esc</a:t>
              </a:r>
              <a:r>
                <a:rPr lang="en" sz="1500" dirty="0">
                  <a:solidFill>
                    <a:schemeClr val="dk1"/>
                  </a:solidFill>
                </a:rPr>
                <a:t> to cancel.</a:t>
              </a:r>
              <a:endParaRPr sz="1500" dirty="0">
                <a:solidFill>
                  <a:schemeClr val="dk1"/>
                </a:solidFill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Google Shape;90;p18"/>
          <p:cNvGrpSpPr/>
          <p:nvPr/>
        </p:nvGrpSpPr>
        <p:grpSpPr>
          <a:xfrm>
            <a:off x="152400" y="152400"/>
            <a:ext cx="8839201" cy="4165700"/>
            <a:chOff x="152400" y="152400"/>
            <a:chExt cx="8839201" cy="4165700"/>
          </a:xfrm>
        </p:grpSpPr>
        <p:pic>
          <p:nvPicPr>
            <p:cNvPr id="91" name="Google Shape;91;p1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2400" y="152400"/>
              <a:ext cx="8839201" cy="40889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" name="Google Shape;92;p18"/>
            <p:cNvSpPr/>
            <p:nvPr/>
          </p:nvSpPr>
          <p:spPr>
            <a:xfrm rot="8098510" flipH="1">
              <a:off x="7326603" y="3362629"/>
              <a:ext cx="489389" cy="347897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A1CD6D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18"/>
            <p:cNvSpPr txBox="1"/>
            <p:nvPr/>
          </p:nvSpPr>
          <p:spPr>
            <a:xfrm>
              <a:off x="5279250" y="3524900"/>
              <a:ext cx="1996200" cy="793200"/>
            </a:xfrm>
            <a:prstGeom prst="rect">
              <a:avLst/>
            </a:prstGeom>
            <a:solidFill>
              <a:srgbClr val="A1CD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dk1"/>
                  </a:solidFill>
                </a:rPr>
                <a:t>Similarly, in Budget mode, </a:t>
              </a:r>
              <a:r>
                <a:rPr lang="en" sz="1500" b="1">
                  <a:solidFill>
                    <a:schemeClr val="dk1"/>
                  </a:solidFill>
                </a:rPr>
                <a:t>double-click</a:t>
              </a:r>
              <a:r>
                <a:rPr lang="en" sz="1500">
                  <a:solidFill>
                    <a:schemeClr val="dk1"/>
                  </a:solidFill>
                </a:rPr>
                <a:t> cells to begin editing.</a:t>
              </a:r>
              <a:endParaRPr sz="1500">
                <a:solidFill>
                  <a:schemeClr val="dk1"/>
                </a:solidFill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CABAFDBB-1F7F-4D0E-8A25-9B244C39C5C7}"/>
              </a:ext>
            </a:extLst>
          </p:cNvPr>
          <p:cNvGrpSpPr/>
          <p:nvPr/>
        </p:nvGrpSpPr>
        <p:grpSpPr>
          <a:xfrm>
            <a:off x="152399" y="152400"/>
            <a:ext cx="8839202" cy="3659306"/>
            <a:chOff x="152399" y="152400"/>
            <a:chExt cx="8839202" cy="3659306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96DC5676-2771-4D1C-B3E9-B1C4D660645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2399" y="152400"/>
              <a:ext cx="8839202" cy="3659306"/>
            </a:xfrm>
            <a:prstGeom prst="rect">
              <a:avLst/>
            </a:prstGeom>
          </p:spPr>
        </p:pic>
        <p:sp>
          <p:nvSpPr>
            <p:cNvPr id="8" name="Google Shape;130;p23">
              <a:extLst>
                <a:ext uri="{FF2B5EF4-FFF2-40B4-BE49-F238E27FC236}">
                  <a16:creationId xmlns:a16="http://schemas.microsoft.com/office/drawing/2014/main" id="{0EB15304-38E9-4167-9164-8C4653295C6B}"/>
                </a:ext>
              </a:extLst>
            </p:cNvPr>
            <p:cNvSpPr/>
            <p:nvPr/>
          </p:nvSpPr>
          <p:spPr>
            <a:xfrm rot="8098510" flipH="1">
              <a:off x="6649928" y="2277880"/>
              <a:ext cx="489389" cy="347897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A1CD6D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743686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EA448BA3-E014-4FC9-947A-7ED581D0EC26}"/>
              </a:ext>
            </a:extLst>
          </p:cNvPr>
          <p:cNvGrpSpPr/>
          <p:nvPr/>
        </p:nvGrpSpPr>
        <p:grpSpPr>
          <a:xfrm>
            <a:off x="0" y="0"/>
            <a:ext cx="2057400" cy="5143500"/>
            <a:chOff x="0" y="0"/>
            <a:chExt cx="2057400" cy="5143500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E812810-151F-4890-B779-071DC81518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2057400" cy="5143500"/>
            </a:xfrm>
            <a:prstGeom prst="rect">
              <a:avLst/>
            </a:prstGeom>
          </p:spPr>
        </p:pic>
        <p:sp>
          <p:nvSpPr>
            <p:cNvPr id="7" name="Google Shape;107;p20">
              <a:extLst>
                <a:ext uri="{FF2B5EF4-FFF2-40B4-BE49-F238E27FC236}">
                  <a16:creationId xmlns:a16="http://schemas.microsoft.com/office/drawing/2014/main" id="{FD65FA38-552A-49A0-8B09-E5EEB02AA4CC}"/>
                </a:ext>
              </a:extLst>
            </p:cNvPr>
            <p:cNvSpPr/>
            <p:nvPr/>
          </p:nvSpPr>
          <p:spPr>
            <a:xfrm rot="18898510" flipH="1">
              <a:off x="1575417" y="4606008"/>
              <a:ext cx="489389" cy="347897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A1CD6D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2453533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6EDB05D1-A732-42D8-B7A6-4F5A2C1F1DB4}"/>
              </a:ext>
            </a:extLst>
          </p:cNvPr>
          <p:cNvGrpSpPr/>
          <p:nvPr/>
        </p:nvGrpSpPr>
        <p:grpSpPr>
          <a:xfrm>
            <a:off x="152400" y="152399"/>
            <a:ext cx="7449671" cy="5143500"/>
            <a:chOff x="152400" y="152399"/>
            <a:chExt cx="7449671" cy="51435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FE25298-B8F5-44D5-8DBE-D2F657E8588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2400" y="152399"/>
              <a:ext cx="7449671" cy="5143500"/>
            </a:xfrm>
            <a:prstGeom prst="rect">
              <a:avLst/>
            </a:prstGeom>
          </p:spPr>
        </p:pic>
        <p:sp>
          <p:nvSpPr>
            <p:cNvPr id="114" name="Google Shape;114;p21"/>
            <p:cNvSpPr/>
            <p:nvPr/>
          </p:nvSpPr>
          <p:spPr>
            <a:xfrm rot="2701490">
              <a:off x="4996080" y="4688019"/>
              <a:ext cx="489389" cy="347897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A1CD6D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21"/>
            <p:cNvSpPr txBox="1"/>
            <p:nvPr/>
          </p:nvSpPr>
          <p:spPr>
            <a:xfrm>
              <a:off x="3628596" y="4028316"/>
              <a:ext cx="1612178" cy="592200"/>
            </a:xfrm>
            <a:prstGeom prst="rect">
              <a:avLst/>
            </a:prstGeom>
            <a:solidFill>
              <a:srgbClr val="A1CD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 dirty="0">
                  <a:solidFill>
                    <a:schemeClr val="dk1"/>
                  </a:solidFill>
                </a:rPr>
                <a:t>Default values can be changed.</a:t>
              </a:r>
              <a:endParaRPr sz="1500" dirty="0">
                <a:solidFill>
                  <a:schemeClr val="dk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68165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" name="Google Shape;120;p22"/>
          <p:cNvGrpSpPr/>
          <p:nvPr/>
        </p:nvGrpSpPr>
        <p:grpSpPr>
          <a:xfrm>
            <a:off x="152400" y="152400"/>
            <a:ext cx="8635939" cy="4838701"/>
            <a:chOff x="152400" y="152400"/>
            <a:chExt cx="8635939" cy="4838701"/>
          </a:xfrm>
        </p:grpSpPr>
        <p:pic>
          <p:nvPicPr>
            <p:cNvPr id="121" name="Google Shape;121;p2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2400" y="152400"/>
              <a:ext cx="8635939" cy="48387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" name="Google Shape;122;p22"/>
            <p:cNvSpPr/>
            <p:nvPr/>
          </p:nvSpPr>
          <p:spPr>
            <a:xfrm rot="2701490">
              <a:off x="7173353" y="3942879"/>
              <a:ext cx="489389" cy="347897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A1CD6D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22"/>
            <p:cNvSpPr txBox="1"/>
            <p:nvPr/>
          </p:nvSpPr>
          <p:spPr>
            <a:xfrm>
              <a:off x="5501800" y="3556875"/>
              <a:ext cx="1664100" cy="592200"/>
            </a:xfrm>
            <a:prstGeom prst="rect">
              <a:avLst/>
            </a:prstGeom>
            <a:solidFill>
              <a:srgbClr val="A1CD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dk1"/>
                  </a:solidFill>
                </a:rPr>
                <a:t>Default values can be changed.</a:t>
              </a:r>
              <a:endParaRPr sz="1500">
                <a:solidFill>
                  <a:schemeClr val="dk1"/>
                </a:solidFill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23"/>
          <p:cNvGrpSpPr/>
          <p:nvPr/>
        </p:nvGrpSpPr>
        <p:grpSpPr>
          <a:xfrm>
            <a:off x="152400" y="152400"/>
            <a:ext cx="8839201" cy="3990275"/>
            <a:chOff x="152400" y="152400"/>
            <a:chExt cx="8839201" cy="3990275"/>
          </a:xfrm>
        </p:grpSpPr>
        <p:pic>
          <p:nvPicPr>
            <p:cNvPr id="129" name="Google Shape;129;p2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2400" y="152400"/>
              <a:ext cx="8839201" cy="357634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" name="Google Shape;130;p23"/>
            <p:cNvSpPr/>
            <p:nvPr/>
          </p:nvSpPr>
          <p:spPr>
            <a:xfrm rot="8098510" flipH="1">
              <a:off x="6801128" y="3012279"/>
              <a:ext cx="489389" cy="347897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A1CD6D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23"/>
            <p:cNvSpPr txBox="1"/>
            <p:nvPr/>
          </p:nvSpPr>
          <p:spPr>
            <a:xfrm>
              <a:off x="3958075" y="3091775"/>
              <a:ext cx="2791800" cy="1050900"/>
            </a:xfrm>
            <a:prstGeom prst="rect">
              <a:avLst/>
            </a:prstGeom>
            <a:solidFill>
              <a:srgbClr val="A1CD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dk1"/>
                  </a:solidFill>
                </a:rPr>
                <a:t>By default, all project types will be selected under Scenario 1. </a:t>
              </a:r>
              <a:r>
                <a:rPr lang="en" sz="1500" b="1">
                  <a:solidFill>
                    <a:schemeClr val="dk1"/>
                  </a:solidFill>
                </a:rPr>
                <a:t>Click the checkboxes</a:t>
              </a:r>
              <a:r>
                <a:rPr lang="en" sz="1500">
                  <a:solidFill>
                    <a:schemeClr val="dk1"/>
                  </a:solidFill>
                </a:rPr>
                <a:t> to add or remove project types.</a:t>
              </a:r>
              <a:endParaRPr sz="1500">
                <a:solidFill>
                  <a:schemeClr val="dk1"/>
                </a:solidFill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F74FD25F-50FF-466E-9FB0-F8982C618CE5}"/>
              </a:ext>
            </a:extLst>
          </p:cNvPr>
          <p:cNvGrpSpPr/>
          <p:nvPr/>
        </p:nvGrpSpPr>
        <p:grpSpPr>
          <a:xfrm>
            <a:off x="152399" y="154879"/>
            <a:ext cx="8839199" cy="2416871"/>
            <a:chOff x="152399" y="154879"/>
            <a:chExt cx="8839199" cy="2416871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6AADA2DF-0391-4298-B350-6AA3068B5AE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2399" y="154879"/>
              <a:ext cx="8839199" cy="2416871"/>
            </a:xfrm>
            <a:prstGeom prst="rect">
              <a:avLst/>
            </a:prstGeom>
          </p:spPr>
        </p:pic>
        <p:sp>
          <p:nvSpPr>
            <p:cNvPr id="138" name="Google Shape;138;p24"/>
            <p:cNvSpPr/>
            <p:nvPr/>
          </p:nvSpPr>
          <p:spPr>
            <a:xfrm rot="13501490">
              <a:off x="1659074" y="422254"/>
              <a:ext cx="489389" cy="347897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A1CD6D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5481194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7282E75-F17F-4BBE-B3F8-BF962710D2B0}"/>
              </a:ext>
            </a:extLst>
          </p:cNvPr>
          <p:cNvGrpSpPr/>
          <p:nvPr/>
        </p:nvGrpSpPr>
        <p:grpSpPr>
          <a:xfrm>
            <a:off x="152399" y="0"/>
            <a:ext cx="2024743" cy="5472626"/>
            <a:chOff x="152399" y="0"/>
            <a:chExt cx="2024743" cy="5472626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5367B047-8ED6-44E8-9C50-C424861451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2399" y="0"/>
              <a:ext cx="2024743" cy="5472626"/>
            </a:xfrm>
            <a:prstGeom prst="rect">
              <a:avLst/>
            </a:prstGeom>
          </p:spPr>
        </p:pic>
        <p:sp>
          <p:nvSpPr>
            <p:cNvPr id="145" name="Google Shape;145;p25"/>
            <p:cNvSpPr/>
            <p:nvPr/>
          </p:nvSpPr>
          <p:spPr>
            <a:xfrm rot="18898510" flipH="1">
              <a:off x="1696104" y="4882970"/>
              <a:ext cx="489389" cy="347897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A1CD6D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9720603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3C819-40FB-469C-ABBD-BB42C49FF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Old Versions &gt;&gt;</a:t>
            </a:r>
          </a:p>
        </p:txBody>
      </p:sp>
    </p:spTree>
    <p:extLst>
      <p:ext uri="{BB962C8B-B14F-4D97-AF65-F5344CB8AC3E}">
        <p14:creationId xmlns:p14="http://schemas.microsoft.com/office/powerpoint/2010/main" val="40656999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Google Shape;98;p19"/>
          <p:cNvGrpSpPr/>
          <p:nvPr/>
        </p:nvGrpSpPr>
        <p:grpSpPr>
          <a:xfrm>
            <a:off x="152400" y="152400"/>
            <a:ext cx="8839202" cy="3652051"/>
            <a:chOff x="152400" y="152400"/>
            <a:chExt cx="8839202" cy="3652051"/>
          </a:xfrm>
        </p:grpSpPr>
        <p:pic>
          <p:nvPicPr>
            <p:cNvPr id="99" name="Google Shape;99;p1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2400" y="152400"/>
              <a:ext cx="8839202" cy="36520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" name="Google Shape;100;p19"/>
            <p:cNvSpPr/>
            <p:nvPr/>
          </p:nvSpPr>
          <p:spPr>
            <a:xfrm rot="-8098510">
              <a:off x="3615153" y="2749479"/>
              <a:ext cx="489389" cy="347897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A1CD6D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" name="Google Shape;105;p20"/>
          <p:cNvGrpSpPr/>
          <p:nvPr/>
        </p:nvGrpSpPr>
        <p:grpSpPr>
          <a:xfrm>
            <a:off x="152400" y="152400"/>
            <a:ext cx="2120352" cy="4838701"/>
            <a:chOff x="152400" y="152400"/>
            <a:chExt cx="2120352" cy="4838701"/>
          </a:xfrm>
        </p:grpSpPr>
        <p:pic>
          <p:nvPicPr>
            <p:cNvPr id="106" name="Google Shape;106;p20"/>
            <p:cNvPicPr preferRelativeResize="0"/>
            <p:nvPr/>
          </p:nvPicPr>
          <p:blipFill rotWithShape="1">
            <a:blip r:embed="rId3">
              <a:alphaModFix/>
            </a:blip>
            <a:srcRect r="50791"/>
            <a:stretch/>
          </p:blipFill>
          <p:spPr>
            <a:xfrm>
              <a:off x="152400" y="152400"/>
              <a:ext cx="2120352" cy="48387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7" name="Google Shape;107;p20"/>
            <p:cNvSpPr/>
            <p:nvPr/>
          </p:nvSpPr>
          <p:spPr>
            <a:xfrm rot="-2701490" flipH="1">
              <a:off x="1732053" y="4424579"/>
              <a:ext cx="489389" cy="347897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A1CD6D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" name="Google Shape;112;p21"/>
          <p:cNvGrpSpPr/>
          <p:nvPr/>
        </p:nvGrpSpPr>
        <p:grpSpPr>
          <a:xfrm>
            <a:off x="152400" y="152400"/>
            <a:ext cx="8747566" cy="4838701"/>
            <a:chOff x="152400" y="152400"/>
            <a:chExt cx="8747566" cy="4838701"/>
          </a:xfrm>
        </p:grpSpPr>
        <p:pic>
          <p:nvPicPr>
            <p:cNvPr id="113" name="Google Shape;113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2400" y="152400"/>
              <a:ext cx="8747566" cy="48387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" name="Google Shape;114;p21"/>
            <p:cNvSpPr/>
            <p:nvPr/>
          </p:nvSpPr>
          <p:spPr>
            <a:xfrm rot="2701490">
              <a:off x="5881453" y="4468379"/>
              <a:ext cx="489389" cy="347897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A1CD6D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21"/>
            <p:cNvSpPr txBox="1"/>
            <p:nvPr/>
          </p:nvSpPr>
          <p:spPr>
            <a:xfrm>
              <a:off x="4512850" y="3808675"/>
              <a:ext cx="1664100" cy="592200"/>
            </a:xfrm>
            <a:prstGeom prst="rect">
              <a:avLst/>
            </a:prstGeom>
            <a:solidFill>
              <a:srgbClr val="A1CD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dk1"/>
                  </a:solidFill>
                </a:rPr>
                <a:t>Default values can be changed.</a:t>
              </a:r>
              <a:endParaRPr sz="1500">
                <a:solidFill>
                  <a:schemeClr val="dk1"/>
                </a:solidFill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24"/>
          <p:cNvGrpSpPr/>
          <p:nvPr/>
        </p:nvGrpSpPr>
        <p:grpSpPr>
          <a:xfrm>
            <a:off x="152400" y="152400"/>
            <a:ext cx="8839199" cy="1615832"/>
            <a:chOff x="152400" y="152400"/>
            <a:chExt cx="8839199" cy="1615832"/>
          </a:xfrm>
        </p:grpSpPr>
        <p:pic>
          <p:nvPicPr>
            <p:cNvPr id="137" name="Google Shape;137;p2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2400" y="152400"/>
              <a:ext cx="8839199" cy="161583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8" name="Google Shape;138;p24"/>
            <p:cNvSpPr/>
            <p:nvPr/>
          </p:nvSpPr>
          <p:spPr>
            <a:xfrm rot="-8098510">
              <a:off x="1458353" y="362779"/>
              <a:ext cx="489389" cy="347897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A1CD6D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" name="Google Shape;143;p25"/>
          <p:cNvGrpSpPr/>
          <p:nvPr/>
        </p:nvGrpSpPr>
        <p:grpSpPr>
          <a:xfrm>
            <a:off x="152400" y="152400"/>
            <a:ext cx="2246996" cy="4838701"/>
            <a:chOff x="152400" y="152400"/>
            <a:chExt cx="2246996" cy="4838701"/>
          </a:xfrm>
        </p:grpSpPr>
        <p:pic>
          <p:nvPicPr>
            <p:cNvPr id="144" name="Google Shape;144;p2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2400" y="152400"/>
              <a:ext cx="2246996" cy="48387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5" name="Google Shape;145;p25"/>
            <p:cNvSpPr/>
            <p:nvPr/>
          </p:nvSpPr>
          <p:spPr>
            <a:xfrm rot="-2701490" flipH="1">
              <a:off x="1732053" y="3997596"/>
              <a:ext cx="489389" cy="347897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A1CD6D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2190</TotalTime>
  <Words>149</Words>
  <Application>Microsoft Office PowerPoint</Application>
  <PresentationFormat>On-screen Show (16:9)</PresentationFormat>
  <Paragraphs>29</Paragraphs>
  <Slides>20</Slides>
  <Notes>19</Notes>
  <HiddenSlides>5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2" baseType="lpstr">
      <vt:lpstr>Arial</vt:lpstr>
      <vt:lpstr>Simple Light</vt:lpstr>
      <vt:lpstr>Screenshots for How-to tab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Old Versions &gt;&gt;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Screenshots for How-to tab</dc:title>
  <cp:lastModifiedBy>Antara Khadria</cp:lastModifiedBy>
  <cp:revision>13</cp:revision>
  <dcterms:modified xsi:type="dcterms:W3CDTF">2025-11-25T23:02:34Z</dcterms:modified>
</cp:coreProperties>
</file>